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8" r:id="rId22"/>
    <p:sldMasterId id="2147483690" r:id="rId23"/>
    <p:sldMasterId id="2147483692" r:id="rId24"/>
    <p:sldMasterId id="2147483694" r:id="rId25"/>
    <p:sldMasterId id="2147483696" r:id="rId26"/>
    <p:sldMasterId id="2147483698" r:id="rId27"/>
    <p:sldMasterId id="2147483700" r:id="rId28"/>
    <p:sldMasterId id="2147483702" r:id="rId29"/>
    <p:sldMasterId id="2147483704" r:id="rId30"/>
    <p:sldMasterId id="2147483706" r:id="rId31"/>
    <p:sldMasterId id="2147483708" r:id="rId32"/>
    <p:sldMasterId id="2147483710" r:id="rId33"/>
  </p:sldMasterIdLst>
  <p:sldIdLst>
    <p:sldId id="256" r:id="rId34"/>
    <p:sldId id="257" r:id="rId35"/>
    <p:sldId id="258" r:id="rId36"/>
    <p:sldId id="259" r:id="rId37"/>
    <p:sldId id="260" r:id="rId38"/>
    <p:sldId id="261" r:id="rId39"/>
    <p:sldId id="262" r:id="rId40"/>
    <p:sldId id="263" r:id="rId41"/>
    <p:sldId id="265" r:id="rId42"/>
    <p:sldId id="266" r:id="rId43"/>
    <p:sldId id="268" r:id="rId4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D1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5474" autoAdjust="0"/>
  </p:normalViewPr>
  <p:slideViewPr>
    <p:cSldViewPr snapToGrid="0">
      <p:cViewPr>
        <p:scale>
          <a:sx n="87" d="100"/>
          <a:sy n="87" d="100"/>
        </p:scale>
        <p:origin x="70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Master" Target="slideMasters/slideMaster8.xml"/><Relationship Id="rId8" Type="http://schemas.openxmlformats.org/officeDocument/2006/relationships/slideMaster" Target="slideMasters/slideMaster7.xml"/><Relationship Id="rId7" Type="http://schemas.openxmlformats.org/officeDocument/2006/relationships/slideMaster" Target="slideMasters/slideMaster6.xml"/><Relationship Id="rId6" Type="http://schemas.openxmlformats.org/officeDocument/2006/relationships/slideMaster" Target="slideMasters/slideMaster5.xml"/><Relationship Id="rId5" Type="http://schemas.openxmlformats.org/officeDocument/2006/relationships/slideMaster" Target="slideMasters/slideMaster4.xml"/><Relationship Id="rId47" Type="http://schemas.openxmlformats.org/officeDocument/2006/relationships/tableStyles" Target="tableStyles.xml"/><Relationship Id="rId46" Type="http://schemas.openxmlformats.org/officeDocument/2006/relationships/viewProps" Target="viewProps.xml"/><Relationship Id="rId45" Type="http://schemas.openxmlformats.org/officeDocument/2006/relationships/presProps" Target="presProps.xml"/><Relationship Id="rId44" Type="http://schemas.openxmlformats.org/officeDocument/2006/relationships/slide" Target="slides/slide11.xml"/><Relationship Id="rId43" Type="http://schemas.openxmlformats.org/officeDocument/2006/relationships/slide" Target="slides/slide10.xml"/><Relationship Id="rId42" Type="http://schemas.openxmlformats.org/officeDocument/2006/relationships/slide" Target="slides/slide9.xml"/><Relationship Id="rId41" Type="http://schemas.openxmlformats.org/officeDocument/2006/relationships/slide" Target="slides/slide8.xml"/><Relationship Id="rId40" Type="http://schemas.openxmlformats.org/officeDocument/2006/relationships/slide" Target="slides/slide7.xml"/><Relationship Id="rId4" Type="http://schemas.openxmlformats.org/officeDocument/2006/relationships/slideMaster" Target="slideMasters/slideMaster3.xml"/><Relationship Id="rId39" Type="http://schemas.openxmlformats.org/officeDocument/2006/relationships/slide" Target="slides/slide6.xml"/><Relationship Id="rId38" Type="http://schemas.openxmlformats.org/officeDocument/2006/relationships/slide" Target="slides/slide5.xml"/><Relationship Id="rId37" Type="http://schemas.openxmlformats.org/officeDocument/2006/relationships/slide" Target="slides/slide4.xml"/><Relationship Id="rId36" Type="http://schemas.openxmlformats.org/officeDocument/2006/relationships/slide" Target="slides/slide3.xml"/><Relationship Id="rId35" Type="http://schemas.openxmlformats.org/officeDocument/2006/relationships/slide" Target="slides/slide2.xml"/><Relationship Id="rId34" Type="http://schemas.openxmlformats.org/officeDocument/2006/relationships/slide" Target="slides/slide1.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 Type="http://schemas.openxmlformats.org/officeDocument/2006/relationships/slideMaster" Target="slideMasters/slideMaster12.xml"/><Relationship Id="rId12" Type="http://schemas.openxmlformats.org/officeDocument/2006/relationships/slideMaster" Target="slideMasters/slideMaster11.xml"/><Relationship Id="rId11" Type="http://schemas.openxmlformats.org/officeDocument/2006/relationships/slideMaster" Target="slideMasters/slideMaster1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panose="020B0604020202020204"/>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OpenSymbo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TITLE_ONLY_1">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ITLE_ONLY_2">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ITLE_ONLY_3">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TITLE_ONLY_4">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4">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4_1">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TITLE_AND_BODY_1">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BODY_1_1">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LE_AND_TWO_COLUMNS_1">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TITLE_AND_TWO_COLUMNS_1_1">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6">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5">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7">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8">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95"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panose="020B0604020202020204"/>
            </a:endParaRPr>
          </a:p>
        </p:txBody>
      </p:sp>
      <p:sp>
        <p:nvSpPr>
          <p:cNvPr id="196"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spcBef>
                <a:spcPts val="1415"/>
              </a:spcBef>
              <a:buNone/>
            </a:pPr>
            <a:endParaRPr lang="fr-FR" sz="1400" b="0" strike="noStrike" spc="-1">
              <a:solidFill>
                <a:srgbClr val="000000"/>
              </a:solidFill>
              <a:latin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CUSTOM_9">
    <p:spTree>
      <p:nvGrpSpPr>
        <p:cNvPr id="1" name=""/>
        <p:cNvGrpSpPr/>
        <p:nvPr/>
      </p:nvGrpSpPr>
      <p:grpSpPr>
        <a:xfrm>
          <a:off x="0" y="0"/>
          <a:ext cx="0" cy="0"/>
          <a:chOff x="0" y="0"/>
          <a:chExt cx="0" cy="0"/>
        </a:xfrm>
      </p:grpSpPr>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9_1">
    <p:spTree>
      <p:nvGrpSpPr>
        <p:cNvPr id="1" name=""/>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226"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panose="020B0604020202020204"/>
            </a:endParaRPr>
          </a:p>
        </p:txBody>
      </p:sp>
      <p:sp>
        <p:nvSpPr>
          <p:cNvPr id="22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spcBef>
                <a:spcPts val="1415"/>
              </a:spcBef>
              <a:buNone/>
            </a:pPr>
            <a:endParaRPr lang="fr-FR" sz="1400" b="0" strike="noStrike" spc="-1">
              <a:solidFill>
                <a:srgbClr val="000000"/>
              </a:solidFill>
              <a:latin typeface="Arial" panose="020B0604020202020204"/>
            </a:endParaRPr>
          </a:p>
        </p:txBody>
      </p:sp>
      <p:sp>
        <p:nvSpPr>
          <p:cNvPr id="228"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spcBef>
                <a:spcPts val="1415"/>
              </a:spcBef>
              <a:buNone/>
            </a:pPr>
            <a:endParaRPr lang="fr-FR" sz="1400" b="0" strike="noStrike" spc="-1">
              <a:solidFill>
                <a:srgbClr val="000000"/>
              </a:solidFill>
              <a:latin typeface="Arial" panose="020B0604020202020204"/>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239" name="PlaceHolder 1"/>
          <p:cNvSpPr>
            <a:spLocks noGrp="1"/>
          </p:cNvSpPr>
          <p:nvPr>
            <p:ph type="title"/>
          </p:nvPr>
        </p:nvSpPr>
        <p:spPr>
          <a:xfrm>
            <a:off x="713160" y="677520"/>
            <a:ext cx="5094360" cy="10584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panose="020B0604020202020204"/>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simple-light-2">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26.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27.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28.xml"/></Relationships>
</file>

<file path=ppt/slideMasters/_rels/slideMaster29.xml.rels><?xml version="1.0" encoding="UTF-8" standalone="yes"?>
<Relationships xmlns="http://schemas.openxmlformats.org/package/2006/relationships"><Relationship Id="rId2" Type="http://schemas.openxmlformats.org/officeDocument/2006/relationships/theme" Target="../theme/theme29.xml"/><Relationship Id="rId1" Type="http://schemas.openxmlformats.org/officeDocument/2006/relationships/slideLayout" Target="../slideLayouts/slideLayout29.xml"/></Relationships>
</file>

<file path=ppt/slideMasters/_rels/slideMaster30.xml.rels><?xml version="1.0" encoding="UTF-8" standalone="yes"?>
<Relationships xmlns="http://schemas.openxmlformats.org/package/2006/relationships"><Relationship Id="rId2" Type="http://schemas.openxmlformats.org/officeDocument/2006/relationships/theme" Target="../theme/theme30.xml"/><Relationship Id="rId1" Type="http://schemas.openxmlformats.org/officeDocument/2006/relationships/slideLayout" Target="../slideLayouts/slideLayout30.xml"/></Relationships>
</file>

<file path=ppt/slideMasters/_rels/slideMaster31.xml.rels><?xml version="1.0" encoding="UTF-8" standalone="yes"?>
<Relationships xmlns="http://schemas.openxmlformats.org/package/2006/relationships"><Relationship Id="rId2" Type="http://schemas.openxmlformats.org/officeDocument/2006/relationships/theme" Target="../theme/theme31.xml"/><Relationship Id="rId1" Type="http://schemas.openxmlformats.org/officeDocument/2006/relationships/slideLayout" Target="../slideLayouts/slideLayout31.xml"/></Relationships>
</file>

<file path=ppt/slideMasters/_rels/slideMaster32.xml.rels><?xml version="1.0" encoding="UTF-8" standalone="yes"?>
<Relationships xmlns="http://schemas.openxmlformats.org/package/2006/relationships"><Relationship Id="rId2" Type="http://schemas.openxmlformats.org/officeDocument/2006/relationships/theme" Target="../theme/theme32.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713160" y="1155960"/>
            <a:ext cx="4160520" cy="2385360"/>
          </a:xfrm>
          <a:prstGeom prst="rect">
            <a:avLst/>
          </a:prstGeom>
          <a:noFill/>
          <a:ln w="0">
            <a:noFill/>
          </a:ln>
        </p:spPr>
        <p:txBody>
          <a:bodyPr lIns="91440" tIns="91440" rIns="91440" bIns="91440" anchor="b">
            <a:noAutofit/>
          </a:bodyPr>
          <a:lstStyle/>
          <a:p>
            <a:pPr indent="0">
              <a:buNone/>
            </a:pPr>
            <a:r>
              <a:rPr lang="fr-FR" sz="3600" b="0" strike="noStrike" spc="-1">
                <a:solidFill>
                  <a:schemeClr val="dk1"/>
                </a:solidFill>
                <a:latin typeface="Arial" panose="020B0604020202020204"/>
              </a:rPr>
              <a:t>Click to edit the title text format</a:t>
            </a:r>
            <a:endParaRPr lang="fr-FR" sz="3600" b="0" strike="noStrike" spc="-1">
              <a:solidFill>
                <a:schemeClr val="dk1"/>
              </a:solidFill>
              <a:latin typeface="Arial" panose="020B0604020202020204"/>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Click to edit the outline text format</a:t>
            </a:r>
            <a:endParaRPr lang="fr-FR" sz="14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Second Outline Level</a:t>
            </a:r>
            <a:endParaRPr lang="fr-FR" sz="14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Third Outline Level</a:t>
            </a:r>
            <a:endParaRPr lang="fr-FR" sz="14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Fourth Outline Level</a:t>
            </a:r>
            <a:endParaRPr lang="fr-FR" sz="14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strike="noStrike" spc="-1">
                <a:solidFill>
                  <a:srgbClr val="000000"/>
                </a:solidFill>
                <a:latin typeface="Arial" panose="020B0604020202020204"/>
              </a:rPr>
              <a:t>Fifth Outline Level</a:t>
            </a:r>
            <a:endParaRPr lang="fr-FR" sz="20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strike="noStrike" spc="-1">
                <a:solidFill>
                  <a:srgbClr val="000000"/>
                </a:solidFill>
                <a:latin typeface="Arial" panose="020B0604020202020204"/>
              </a:rPr>
              <a:t>Sixth Outline Level</a:t>
            </a:r>
            <a:endParaRPr lang="fr-FR" sz="20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strike="noStrike" spc="-1">
                <a:solidFill>
                  <a:srgbClr val="000000"/>
                </a:solidFill>
                <a:latin typeface="Arial" panose="020B0604020202020204"/>
              </a:rPr>
              <a:t>Seventh Outline Level</a:t>
            </a:r>
            <a:endParaRPr lang="fr-FR" sz="20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713160" y="1774080"/>
            <a:ext cx="4675680" cy="1097640"/>
          </a:xfrm>
          <a:prstGeom prst="rect">
            <a:avLst/>
          </a:prstGeom>
          <a:noFill/>
          <a:ln w="0">
            <a:noFill/>
          </a:ln>
        </p:spPr>
        <p:txBody>
          <a:bodyPr lIns="91440" tIns="91440" rIns="91440" bIns="91440" anchor="b">
            <a:noAutofit/>
          </a:bodyPr>
          <a:lstStyle/>
          <a:p>
            <a:pPr indent="0">
              <a:lnSpc>
                <a:spcPct val="100000"/>
              </a:lnSpc>
              <a:buNone/>
            </a:pPr>
            <a:r>
              <a:rPr lang="fr-FR" sz="6000" b="1" strike="noStrike" spc="-1">
                <a:solidFill>
                  <a:schemeClr val="dk1"/>
                </a:solidFill>
                <a:latin typeface="Outfit"/>
                <a:ea typeface="Outfit"/>
              </a:rPr>
              <a:t>xx%</a:t>
            </a:r>
            <a:endParaRPr lang="fr-FR" sz="60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oogle Shape;69;p13"/>
          <p:cNvGrpSpPr/>
          <p:nvPr/>
        </p:nvGrpSpPr>
        <p:grpSpPr>
          <a:xfrm>
            <a:off x="-417600" y="-428760"/>
            <a:ext cx="9978840" cy="6000480"/>
            <a:chOff x="-417600" y="-428760"/>
            <a:chExt cx="9978840" cy="6000480"/>
          </a:xfrm>
        </p:grpSpPr>
        <p:sp>
          <p:nvSpPr>
            <p:cNvPr id="6" name="Google Shape;70;p13"/>
            <p:cNvSpPr/>
            <p:nvPr/>
          </p:nvSpPr>
          <p:spPr>
            <a:xfrm>
              <a:off x="42084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 name="Google Shape;71;p13"/>
            <p:cNvSpPr/>
            <p:nvPr/>
          </p:nvSpPr>
          <p:spPr>
            <a:xfrm>
              <a:off x="788436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 name="Google Shape;72;p13"/>
            <p:cNvSpPr/>
            <p:nvPr/>
          </p:nvSpPr>
          <p:spPr>
            <a:xfrm>
              <a:off x="8430840" y="55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 name="Google Shape;73;p13"/>
            <p:cNvSpPr/>
            <p:nvPr/>
          </p:nvSpPr>
          <p:spPr>
            <a:xfrm>
              <a:off x="8430840" y="746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 name="Google Shape;74;p13"/>
            <p:cNvSpPr/>
            <p:nvPr/>
          </p:nvSpPr>
          <p:spPr>
            <a:xfrm>
              <a:off x="-125640" y="55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 name="Google Shape;75;p13"/>
            <p:cNvSpPr/>
            <p:nvPr/>
          </p:nvSpPr>
          <p:spPr>
            <a:xfrm>
              <a:off x="-125640" y="746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 name="Google Shape;76;p13"/>
            <p:cNvSpPr/>
            <p:nvPr/>
          </p:nvSpPr>
          <p:spPr>
            <a:xfrm>
              <a:off x="-417600" y="4604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 name="Google Shape;77;p13"/>
            <p:cNvSpPr/>
            <p:nvPr/>
          </p:nvSpPr>
          <p:spPr>
            <a:xfrm>
              <a:off x="8722800" y="4604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4"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
        <p:nvSpPr>
          <p:cNvPr id="15" name="PlaceHolder 2"/>
          <p:cNvSpPr>
            <a:spLocks noGrp="1"/>
          </p:cNvSpPr>
          <p:nvPr>
            <p:ph type="title"/>
          </p:nvPr>
        </p:nvSpPr>
        <p:spPr>
          <a:xfrm>
            <a:off x="150552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panose="020B0604020202020204"/>
            </a:endParaRPr>
          </a:p>
        </p:txBody>
      </p:sp>
      <p:sp>
        <p:nvSpPr>
          <p:cNvPr id="16" name="PlaceHolder 3"/>
          <p:cNvSpPr>
            <a:spLocks noGrp="1"/>
          </p:cNvSpPr>
          <p:nvPr>
            <p:ph type="title"/>
          </p:nvPr>
        </p:nvSpPr>
        <p:spPr>
          <a:xfrm>
            <a:off x="150552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panose="020B0604020202020204"/>
            </a:endParaRPr>
          </a:p>
        </p:txBody>
      </p:sp>
      <p:sp>
        <p:nvSpPr>
          <p:cNvPr id="17" name="PlaceHolder 4"/>
          <p:cNvSpPr>
            <a:spLocks noGrp="1"/>
          </p:cNvSpPr>
          <p:nvPr>
            <p:ph type="title"/>
          </p:nvPr>
        </p:nvSpPr>
        <p:spPr>
          <a:xfrm>
            <a:off x="420480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panose="020B0604020202020204"/>
            </a:endParaRPr>
          </a:p>
        </p:txBody>
      </p:sp>
      <p:sp>
        <p:nvSpPr>
          <p:cNvPr id="18" name="PlaceHolder 5"/>
          <p:cNvSpPr>
            <a:spLocks noGrp="1"/>
          </p:cNvSpPr>
          <p:nvPr>
            <p:ph type="title"/>
          </p:nvPr>
        </p:nvSpPr>
        <p:spPr>
          <a:xfrm>
            <a:off x="420480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panose="020B0604020202020204"/>
            </a:endParaRPr>
          </a:p>
        </p:txBody>
      </p:sp>
      <p:sp>
        <p:nvSpPr>
          <p:cNvPr id="19" name="PlaceHolder 6"/>
          <p:cNvSpPr>
            <a:spLocks noGrp="1"/>
          </p:cNvSpPr>
          <p:nvPr>
            <p:ph type="title"/>
          </p:nvPr>
        </p:nvSpPr>
        <p:spPr>
          <a:xfrm>
            <a:off x="6904080" y="120708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panose="020B0604020202020204"/>
            </a:endParaRPr>
          </a:p>
        </p:txBody>
      </p:sp>
      <p:sp>
        <p:nvSpPr>
          <p:cNvPr id="20" name="PlaceHolder 7"/>
          <p:cNvSpPr>
            <a:spLocks noGrp="1"/>
          </p:cNvSpPr>
          <p:nvPr>
            <p:ph type="title"/>
          </p:nvPr>
        </p:nvSpPr>
        <p:spPr>
          <a:xfrm>
            <a:off x="6904080" y="2939400"/>
            <a:ext cx="734400" cy="572400"/>
          </a:xfrm>
          <a:prstGeom prst="rect">
            <a:avLst/>
          </a:prstGeom>
          <a:noFill/>
          <a:ln w="0">
            <a:noFill/>
          </a:ln>
        </p:spPr>
        <p:txBody>
          <a:bodyPr lIns="91440" tIns="91440" rIns="91440" bIns="91440" anchor="b">
            <a:noAutofit/>
          </a:bodyPr>
          <a:lstStyle/>
          <a:p>
            <a:pPr indent="0" algn="ctr">
              <a:lnSpc>
                <a:spcPct val="100000"/>
              </a:lnSpc>
              <a:buNone/>
            </a:pPr>
            <a:r>
              <a:rPr lang="fr-FR" sz="3000" b="1" strike="noStrike" spc="-1">
                <a:solidFill>
                  <a:schemeClr val="dk1"/>
                </a:solidFill>
                <a:latin typeface="Outfit"/>
                <a:ea typeface="Outfit"/>
              </a:rPr>
              <a:t>xx%</a:t>
            </a:r>
            <a:endParaRPr lang="fr-FR" sz="30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1" name="Google Shape;98;p14"/>
          <p:cNvGrpSpPr/>
          <p:nvPr/>
        </p:nvGrpSpPr>
        <p:grpSpPr>
          <a:xfrm>
            <a:off x="-247320" y="-445680"/>
            <a:ext cx="9638640" cy="6029280"/>
            <a:chOff x="-247320" y="-445680"/>
            <a:chExt cx="9638640" cy="6029280"/>
          </a:xfrm>
        </p:grpSpPr>
        <p:sp>
          <p:nvSpPr>
            <p:cNvPr id="22" name="Google Shape;99;p1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 name="Google Shape;100;p1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4" name="Google Shape;101;p1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 name="Google Shape;102;p1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 name="Google Shape;103;p1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 name="Google Shape;104;p1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 name="Google Shape;105;p1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 name="Google Shape;106;p1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30" name="PlaceHolder 1"/>
          <p:cNvSpPr>
            <a:spLocks noGrp="1"/>
          </p:cNvSpPr>
          <p:nvPr>
            <p:ph type="title"/>
          </p:nvPr>
        </p:nvSpPr>
        <p:spPr>
          <a:xfrm>
            <a:off x="1226520" y="3229560"/>
            <a:ext cx="6690960" cy="54756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panose="020B0604020202020204"/>
              </a:rPr>
              <a:t>Click to edit the title text format</a:t>
            </a:r>
            <a:endParaRPr lang="fr-FR" sz="24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31" name="Google Shape;110;p15"/>
          <p:cNvGrpSpPr/>
          <p:nvPr/>
        </p:nvGrpSpPr>
        <p:grpSpPr>
          <a:xfrm>
            <a:off x="-534960" y="-37440"/>
            <a:ext cx="10207440" cy="5621040"/>
            <a:chOff x="-534960" y="-37440"/>
            <a:chExt cx="10207440" cy="5621040"/>
          </a:xfrm>
        </p:grpSpPr>
        <p:sp>
          <p:nvSpPr>
            <p:cNvPr id="32" name="Google Shape;111;p15"/>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 name="Google Shape;112;p15"/>
            <p:cNvSpPr/>
            <p:nvPr/>
          </p:nvSpPr>
          <p:spPr>
            <a:xfrm>
              <a:off x="-5349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 name="Google Shape;113;p15"/>
            <p:cNvSpPr/>
            <p:nvPr/>
          </p:nvSpPr>
          <p:spPr>
            <a:xfrm rot="10800000">
              <a:off x="8834040" y="-37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 name="Google Shape;114;p15"/>
            <p:cNvSpPr/>
            <p:nvPr/>
          </p:nvSpPr>
          <p:spPr>
            <a:xfrm rot="10800000">
              <a:off x="8431200" y="419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 name="Google Shape;115;p15"/>
            <p:cNvSpPr/>
            <p:nvPr/>
          </p:nvSpPr>
          <p:spPr>
            <a:xfrm flipH="1">
              <a:off x="842328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 name="Google Shape;116;p15"/>
            <p:cNvSpPr/>
            <p:nvPr/>
          </p:nvSpPr>
          <p:spPr>
            <a:xfrm flipH="1">
              <a:off x="883296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 name="Google Shape;117;p15"/>
            <p:cNvSpPr/>
            <p:nvPr/>
          </p:nvSpPr>
          <p:spPr>
            <a:xfrm rot="10800000" flipH="1">
              <a:off x="-528840" y="-374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 name="Google Shape;118;p15"/>
            <p:cNvSpPr/>
            <p:nvPr/>
          </p:nvSpPr>
          <p:spPr>
            <a:xfrm rot="10800000" flipH="1">
              <a:off x="-126000" y="419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4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1" name="Google Shape;121;p16"/>
          <p:cNvGrpSpPr/>
          <p:nvPr/>
        </p:nvGrpSpPr>
        <p:grpSpPr>
          <a:xfrm>
            <a:off x="-247320" y="-445680"/>
            <a:ext cx="9638640" cy="6029280"/>
            <a:chOff x="-247320" y="-445680"/>
            <a:chExt cx="9638640" cy="6029280"/>
          </a:xfrm>
        </p:grpSpPr>
        <p:sp>
          <p:nvSpPr>
            <p:cNvPr id="42" name="Google Shape;122;p16"/>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3" name="Google Shape;123;p16"/>
            <p:cNvSpPr/>
            <p:nvPr/>
          </p:nvSpPr>
          <p:spPr>
            <a:xfrm>
              <a:off x="-1256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4" name="Google Shape;124;p16"/>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5" name="Google Shape;125;p16"/>
            <p:cNvSpPr/>
            <p:nvPr/>
          </p:nvSpPr>
          <p:spPr>
            <a:xfrm rot="10800000" flipH="1">
              <a:off x="34668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6" name="Google Shape;126;p16"/>
            <p:cNvSpPr/>
            <p:nvPr/>
          </p:nvSpPr>
          <p:spPr>
            <a:xfrm rot="10800000">
              <a:off x="7958520" y="-428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7" name="Google Shape;127;p16"/>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8" name="Google Shape;128;p16"/>
            <p:cNvSpPr/>
            <p:nvPr/>
          </p:nvSpPr>
          <p:spPr>
            <a:xfrm>
              <a:off x="84308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9" name="Google Shape;129;p16"/>
            <p:cNvSpPr/>
            <p:nvPr/>
          </p:nvSpPr>
          <p:spPr>
            <a:xfrm>
              <a:off x="84308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5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1" name="Google Shape;132;p17"/>
          <p:cNvGrpSpPr/>
          <p:nvPr/>
        </p:nvGrpSpPr>
        <p:grpSpPr>
          <a:xfrm>
            <a:off x="-549000" y="-585000"/>
            <a:ext cx="10241640" cy="6168600"/>
            <a:chOff x="-549000" y="-585000"/>
            <a:chExt cx="10241640" cy="6168600"/>
          </a:xfrm>
        </p:grpSpPr>
        <p:sp>
          <p:nvSpPr>
            <p:cNvPr id="52" name="Google Shape;133;p17"/>
            <p:cNvSpPr/>
            <p:nvPr/>
          </p:nvSpPr>
          <p:spPr>
            <a:xfrm>
              <a:off x="2937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3" name="Google Shape;134;p17"/>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4" name="Google Shape;135;p17"/>
            <p:cNvSpPr/>
            <p:nvPr/>
          </p:nvSpPr>
          <p:spPr>
            <a:xfrm rot="10800000" flipH="1">
              <a:off x="-129600" y="450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5" name="Google Shape;136;p17"/>
            <p:cNvSpPr/>
            <p:nvPr/>
          </p:nvSpPr>
          <p:spPr>
            <a:xfrm rot="10800000" flipH="1">
              <a:off x="-549360" y="4536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6" name="Google Shape;137;p17"/>
            <p:cNvSpPr/>
            <p:nvPr/>
          </p:nvSpPr>
          <p:spPr>
            <a:xfrm>
              <a:off x="185040" y="-585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7" name="Google Shape;138;p17"/>
            <p:cNvSpPr/>
            <p:nvPr/>
          </p:nvSpPr>
          <p:spPr>
            <a:xfrm rot="10800000">
              <a:off x="8434800" y="450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8" name="Google Shape;139;p17"/>
            <p:cNvSpPr/>
            <p:nvPr/>
          </p:nvSpPr>
          <p:spPr>
            <a:xfrm rot="10800000">
              <a:off x="8854200" y="45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59" name="Google Shape;140;p17"/>
            <p:cNvSpPr/>
            <p:nvPr/>
          </p:nvSpPr>
          <p:spPr>
            <a:xfrm flipH="1">
              <a:off x="8119440" y="-585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60"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grpSp>
        <p:nvGrpSpPr>
          <p:cNvPr id="62" name="Google Shape;144;p18"/>
          <p:cNvGrpSpPr/>
          <p:nvPr/>
        </p:nvGrpSpPr>
        <p:grpSpPr>
          <a:xfrm>
            <a:off x="-476640" y="2900520"/>
            <a:ext cx="10096920" cy="2864880"/>
            <a:chOff x="-476640" y="2900520"/>
            <a:chExt cx="10096920" cy="2864880"/>
          </a:xfrm>
        </p:grpSpPr>
        <p:grpSp>
          <p:nvGrpSpPr>
            <p:cNvPr id="63" name="Google Shape;145;p18"/>
            <p:cNvGrpSpPr/>
            <p:nvPr/>
          </p:nvGrpSpPr>
          <p:grpSpPr>
            <a:xfrm>
              <a:off x="-476640" y="2900520"/>
              <a:ext cx="10096920" cy="2864880"/>
              <a:chOff x="-476640" y="2900520"/>
              <a:chExt cx="10096920" cy="2864880"/>
            </a:xfrm>
          </p:grpSpPr>
          <p:sp>
            <p:nvSpPr>
              <p:cNvPr id="64" name="Google Shape;146;p18"/>
              <p:cNvSpPr/>
              <p:nvPr/>
            </p:nvSpPr>
            <p:spPr>
              <a:xfrm rot="10800000" flipH="1">
                <a:off x="-267120" y="2900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5" name="Google Shape;147;p18"/>
              <p:cNvSpPr/>
              <p:nvPr/>
            </p:nvSpPr>
            <p:spPr>
              <a:xfrm>
                <a:off x="-90720" y="442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6" name="Google Shape;148;p18"/>
              <p:cNvSpPr/>
              <p:nvPr/>
            </p:nvSpPr>
            <p:spPr>
              <a:xfrm>
                <a:off x="-476640" y="3522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7" name="Google Shape;149;p18"/>
              <p:cNvSpPr/>
              <p:nvPr/>
            </p:nvSpPr>
            <p:spPr>
              <a:xfrm rot="10800000">
                <a:off x="8572320" y="29005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8" name="Google Shape;150;p18"/>
              <p:cNvSpPr/>
              <p:nvPr/>
            </p:nvSpPr>
            <p:spPr>
              <a:xfrm flipH="1">
                <a:off x="8395200" y="442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69" name="Google Shape;151;p18"/>
              <p:cNvSpPr/>
              <p:nvPr/>
            </p:nvSpPr>
            <p:spPr>
              <a:xfrm flipH="1">
                <a:off x="8781480" y="3522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0" name="Google Shape;152;p18"/>
              <p:cNvSpPr/>
              <p:nvPr/>
            </p:nvSpPr>
            <p:spPr>
              <a:xfrm rot="10800000">
                <a:off x="8010360" y="479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71" name="Google Shape;153;p18"/>
            <p:cNvSpPr/>
            <p:nvPr/>
          </p:nvSpPr>
          <p:spPr>
            <a:xfrm rot="10800000" flipH="1">
              <a:off x="293400" y="4797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72" name="Google Shape;155;p19"/>
          <p:cNvGrpSpPr/>
          <p:nvPr/>
        </p:nvGrpSpPr>
        <p:grpSpPr>
          <a:xfrm>
            <a:off x="-145080" y="-504000"/>
            <a:ext cx="9434160" cy="6151320"/>
            <a:chOff x="-145080" y="-504000"/>
            <a:chExt cx="9434160" cy="6151320"/>
          </a:xfrm>
        </p:grpSpPr>
        <p:sp>
          <p:nvSpPr>
            <p:cNvPr id="73" name="Google Shape;156;p19"/>
            <p:cNvSpPr/>
            <p:nvPr/>
          </p:nvSpPr>
          <p:spPr>
            <a:xfrm rot="10800000" flipH="1">
              <a:off x="534240" y="467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4" name="Google Shape;157;p19"/>
            <p:cNvSpPr/>
            <p:nvPr/>
          </p:nvSpPr>
          <p:spPr>
            <a:xfrm>
              <a:off x="-145080" y="3924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5" name="Google Shape;158;p19"/>
            <p:cNvSpPr/>
            <p:nvPr/>
          </p:nvSpPr>
          <p:spPr>
            <a:xfrm>
              <a:off x="-145080" y="4419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6" name="Google Shape;159;p19"/>
            <p:cNvSpPr/>
            <p:nvPr/>
          </p:nvSpPr>
          <p:spPr>
            <a:xfrm flipH="1">
              <a:off x="8430120" y="46443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7" name="Google Shape;160;p19"/>
            <p:cNvSpPr/>
            <p:nvPr/>
          </p:nvSpPr>
          <p:spPr>
            <a:xfrm rot="10800000" flipH="1">
              <a:off x="-126000" y="-428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8" name="Google Shape;161;p19"/>
            <p:cNvSpPr/>
            <p:nvPr/>
          </p:nvSpPr>
          <p:spPr>
            <a:xfrm flipH="1">
              <a:off x="7769880" y="-5040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79" name="Google Shape;162;p19"/>
            <p:cNvSpPr/>
            <p:nvPr/>
          </p:nvSpPr>
          <p:spPr>
            <a:xfrm rot="10800000">
              <a:off x="8450640" y="251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0" name="Google Shape;163;p19"/>
            <p:cNvSpPr/>
            <p:nvPr/>
          </p:nvSpPr>
          <p:spPr>
            <a:xfrm rot="10800000">
              <a:off x="8450640" y="-244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81" name="PlaceHolder 1"/>
          <p:cNvSpPr>
            <a:spLocks noGrp="1"/>
          </p:cNvSpPr>
          <p:nvPr>
            <p:ph type="title"/>
          </p:nvPr>
        </p:nvSpPr>
        <p:spPr>
          <a:xfrm>
            <a:off x="720000" y="1270440"/>
            <a:ext cx="3777120" cy="170928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
        <p:nvSpPr>
          <p:cNvPr id="82" name="PlaceHolder 2"/>
          <p:cNvSpPr>
            <a:spLocks noGrp="1"/>
          </p:cNvSpPr>
          <p:nvPr>
            <p:ph type="body"/>
          </p:nvPr>
        </p:nvSpPr>
        <p:spPr>
          <a:xfrm>
            <a:off x="5122080" y="1060200"/>
            <a:ext cx="3108960" cy="3108960"/>
          </a:xfrm>
          <a:prstGeom prst="rect">
            <a:avLst/>
          </a:prstGeom>
          <a:noFill/>
          <a:ln w="0">
            <a:noFill/>
          </a:ln>
        </p:spPr>
        <p:txBody>
          <a:bodyPr lIns="90000" tIns="45000" rIns="90000" bIns="45000" anchor="t">
            <a:normAutofit fontScale="50000" lnSpcReduction="20000"/>
          </a:bodyPr>
          <a:lstStyle/>
          <a:p>
            <a:pPr marL="431800" indent="-323850">
              <a:spcBef>
                <a:spcPts val="1415"/>
              </a:spcBef>
              <a:buClr>
                <a:srgbClr val="000000"/>
              </a:buClr>
              <a:buSzPct val="45000"/>
              <a:buFont typeface="Wingdings" panose="05000000000000000000" pitchFamily="2" charset="2"/>
              <a:buChar char=""/>
            </a:pPr>
            <a:r>
              <a:rPr lang="fr-FR" sz="1800" b="0" strike="noStrike" spc="-1">
                <a:solidFill>
                  <a:srgbClr val="000000"/>
                </a:solidFill>
                <a:latin typeface="Arial" panose="020B0604020202020204"/>
              </a:rPr>
              <a:t>Click to edit the outline text format</a:t>
            </a:r>
            <a:endParaRPr lang="fr-FR" sz="18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strike="noStrike" spc="-1">
                <a:solidFill>
                  <a:srgbClr val="000000"/>
                </a:solidFill>
                <a:latin typeface="Arial" panose="020B0604020202020204"/>
              </a:rPr>
              <a:t>Second Outline Level</a:t>
            </a:r>
            <a:endParaRPr lang="fr-FR" sz="18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strike="noStrike" spc="-1">
                <a:solidFill>
                  <a:srgbClr val="000000"/>
                </a:solidFill>
                <a:latin typeface="Arial" panose="020B0604020202020204"/>
              </a:rPr>
              <a:t>Third Outline Level</a:t>
            </a:r>
            <a:endParaRPr lang="fr-FR" sz="18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strike="noStrike" spc="-1">
                <a:solidFill>
                  <a:srgbClr val="000000"/>
                </a:solidFill>
                <a:latin typeface="Arial" panose="020B0604020202020204"/>
              </a:rPr>
              <a:t>Fourth Outline Level</a:t>
            </a:r>
            <a:endParaRPr lang="fr-FR" sz="18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strike="noStrike" spc="-1">
                <a:solidFill>
                  <a:srgbClr val="000000"/>
                </a:solidFill>
                <a:latin typeface="Arial" panose="020B0604020202020204"/>
              </a:rPr>
              <a:t>Fifth Outline Level</a:t>
            </a:r>
            <a:endParaRPr lang="fr-FR" sz="18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strike="noStrike" spc="-1">
                <a:solidFill>
                  <a:srgbClr val="000000"/>
                </a:solidFill>
                <a:latin typeface="Arial" panose="020B0604020202020204"/>
              </a:rPr>
              <a:t>Sixth Outline Level</a:t>
            </a:r>
            <a:endParaRPr lang="fr-FR" sz="18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strike="noStrike" spc="-1">
                <a:solidFill>
                  <a:srgbClr val="000000"/>
                </a:solidFill>
                <a:latin typeface="Arial" panose="020B0604020202020204"/>
              </a:rPr>
              <a:t>Seventh Outline Level</a:t>
            </a:r>
            <a:endParaRPr lang="fr-FR" sz="18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83" name="Google Shape;168;p20"/>
          <p:cNvGrpSpPr/>
          <p:nvPr/>
        </p:nvGrpSpPr>
        <p:grpSpPr>
          <a:xfrm>
            <a:off x="-247320" y="-445680"/>
            <a:ext cx="9637920" cy="6029280"/>
            <a:chOff x="-247320" y="-445680"/>
            <a:chExt cx="9637920" cy="6029280"/>
          </a:xfrm>
        </p:grpSpPr>
        <p:sp>
          <p:nvSpPr>
            <p:cNvPr id="84" name="Google Shape;169;p20"/>
            <p:cNvSpPr/>
            <p:nvPr/>
          </p:nvSpPr>
          <p:spPr>
            <a:xfrm>
              <a:off x="-125640" y="4453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5" name="Google Shape;170;p20"/>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6" name="Google Shape;171;p20"/>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7" name="Google Shape;172;p20"/>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8" name="Google Shape;173;p20"/>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89" name="Google Shape;174;p20"/>
            <p:cNvSpPr/>
            <p:nvPr/>
          </p:nvSpPr>
          <p:spPr>
            <a:xfrm rot="10800000">
              <a:off x="8431200" y="-403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0" name="Google Shape;175;p20"/>
            <p:cNvSpPr/>
            <p:nvPr/>
          </p:nvSpPr>
          <p:spPr>
            <a:xfrm>
              <a:off x="-125640" y="3996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1" name="Google Shape;176;p20"/>
            <p:cNvSpPr/>
            <p:nvPr/>
          </p:nvSpPr>
          <p:spPr>
            <a:xfrm>
              <a:off x="8430840" y="468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92" name="PlaceHolder 1"/>
          <p:cNvSpPr>
            <a:spLocks noGrp="1"/>
          </p:cNvSpPr>
          <p:nvPr>
            <p:ph type="title"/>
          </p:nvPr>
        </p:nvSpPr>
        <p:spPr>
          <a:xfrm>
            <a:off x="720000" y="1637640"/>
            <a:ext cx="3597480" cy="106272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3" name="PlaceHolder 1"/>
          <p:cNvSpPr>
            <a:spLocks noGrp="1"/>
          </p:cNvSpPr>
          <p:nvPr>
            <p:ph type="title"/>
          </p:nvPr>
        </p:nvSpPr>
        <p:spPr>
          <a:xfrm>
            <a:off x="713160" y="2384280"/>
            <a:ext cx="4344120" cy="915480"/>
          </a:xfrm>
          <a:prstGeom prst="rect">
            <a:avLst/>
          </a:prstGeom>
          <a:noFill/>
          <a:ln w="0">
            <a:noFill/>
          </a:ln>
        </p:spPr>
        <p:txBody>
          <a:bodyPr lIns="91440" tIns="91440" rIns="91440" bIns="91440" anchor="b">
            <a:noAutofit/>
          </a:bodyPr>
          <a:lstStyle/>
          <a:p>
            <a:pPr indent="0">
              <a:buNone/>
            </a:pPr>
            <a:r>
              <a:rPr lang="fr-FR" sz="5000" b="0" strike="noStrike" spc="-1">
                <a:solidFill>
                  <a:schemeClr val="dk1"/>
                </a:solidFill>
                <a:latin typeface="Arial" panose="020B0604020202020204"/>
              </a:rPr>
              <a:t>Click to edit the title text format</a:t>
            </a:r>
            <a:endParaRPr lang="fr-FR" sz="5000" b="0" strike="noStrike" spc="-1">
              <a:solidFill>
                <a:schemeClr val="dk1"/>
              </a:solidFill>
              <a:latin typeface="Arial" panose="020B0604020202020204"/>
            </a:endParaRPr>
          </a:p>
        </p:txBody>
      </p:sp>
      <p:sp>
        <p:nvSpPr>
          <p:cNvPr id="94" name="PlaceHolder 2"/>
          <p:cNvSpPr>
            <a:spLocks noGrp="1"/>
          </p:cNvSpPr>
          <p:nvPr>
            <p:ph type="title"/>
          </p:nvPr>
        </p:nvSpPr>
        <p:spPr>
          <a:xfrm>
            <a:off x="713160" y="1468440"/>
            <a:ext cx="1263960" cy="915480"/>
          </a:xfrm>
          <a:prstGeom prst="rect">
            <a:avLst/>
          </a:prstGeom>
          <a:noFill/>
          <a:ln w="0">
            <a:noFill/>
          </a:ln>
        </p:spPr>
        <p:txBody>
          <a:bodyPr lIns="91440" tIns="91440" rIns="91440" bIns="91440" anchor="ctr">
            <a:noAutofit/>
          </a:bodyPr>
          <a:lstStyle/>
          <a:p>
            <a:pPr indent="0">
              <a:lnSpc>
                <a:spcPct val="100000"/>
              </a:lnSpc>
              <a:buNone/>
            </a:pPr>
            <a:r>
              <a:rPr lang="fr-FR" sz="6000" b="1" strike="noStrike" spc="-1">
                <a:solidFill>
                  <a:schemeClr val="dk1"/>
                </a:solidFill>
                <a:latin typeface="Outfit"/>
                <a:ea typeface="Outfit"/>
              </a:rPr>
              <a:t>xx%</a:t>
            </a:r>
            <a:endParaRPr lang="fr-FR" sz="6000" b="0" strike="noStrike" spc="-1">
              <a:solidFill>
                <a:schemeClr val="dk1"/>
              </a:solidFill>
              <a:latin typeface="Arial" panose="020B0604020202020204"/>
            </a:endParaRPr>
          </a:p>
        </p:txBody>
      </p:sp>
      <p:sp>
        <p:nvSpPr>
          <p:cNvPr id="95"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Click to edit the outline text format</a:t>
            </a:r>
            <a:endParaRPr lang="fr-FR" sz="14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Second Outline Level</a:t>
            </a:r>
            <a:endParaRPr lang="fr-FR" sz="14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Third Outline Level</a:t>
            </a:r>
            <a:endParaRPr lang="fr-FR" sz="14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Fourth Outline Level</a:t>
            </a:r>
            <a:endParaRPr lang="fr-FR" sz="14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strike="noStrike" spc="-1">
                <a:solidFill>
                  <a:srgbClr val="000000"/>
                </a:solidFill>
                <a:latin typeface="Arial" panose="020B0604020202020204"/>
              </a:rPr>
              <a:t>Fifth Outline Level</a:t>
            </a:r>
            <a:endParaRPr lang="fr-FR" sz="20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strike="noStrike" spc="-1">
                <a:solidFill>
                  <a:srgbClr val="000000"/>
                </a:solidFill>
                <a:latin typeface="Arial" panose="020B0604020202020204"/>
              </a:rPr>
              <a:t>Sixth Outline Level</a:t>
            </a:r>
            <a:endParaRPr lang="fr-FR" sz="20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strike="noStrike" spc="-1">
                <a:solidFill>
                  <a:srgbClr val="000000"/>
                </a:solidFill>
                <a:latin typeface="Arial" panose="020B0604020202020204"/>
              </a:rPr>
              <a:t>Seventh Outline Level</a:t>
            </a:r>
            <a:endParaRPr lang="fr-FR" sz="20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96" name="Google Shape;180;p21"/>
          <p:cNvGrpSpPr/>
          <p:nvPr/>
        </p:nvGrpSpPr>
        <p:grpSpPr>
          <a:xfrm>
            <a:off x="-247320" y="-445680"/>
            <a:ext cx="9638640" cy="6029280"/>
            <a:chOff x="-247320" y="-445680"/>
            <a:chExt cx="9638640" cy="6029280"/>
          </a:xfrm>
        </p:grpSpPr>
        <p:sp>
          <p:nvSpPr>
            <p:cNvPr id="97" name="Google Shape;181;p21"/>
            <p:cNvSpPr/>
            <p:nvPr/>
          </p:nvSpPr>
          <p:spPr>
            <a:xfrm flipH="1">
              <a:off x="8430120" y="4453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8" name="Google Shape;182;p21"/>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99" name="Google Shape;183;p21"/>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0" name="Google Shape;184;p21"/>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1" name="Google Shape;185;p21"/>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2" name="Google Shape;186;p21"/>
            <p:cNvSpPr/>
            <p:nvPr/>
          </p:nvSpPr>
          <p:spPr>
            <a:xfrm rot="10800000" flipH="1">
              <a:off x="-126000" y="-403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3" name="Google Shape;187;p21"/>
            <p:cNvSpPr/>
            <p:nvPr/>
          </p:nvSpPr>
          <p:spPr>
            <a:xfrm flipH="1">
              <a:off x="8430120" y="3996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4" name="Google Shape;188;p21"/>
            <p:cNvSpPr/>
            <p:nvPr/>
          </p:nvSpPr>
          <p:spPr>
            <a:xfrm flipH="1">
              <a:off x="-126360" y="46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05" name="PlaceHolder 1"/>
          <p:cNvSpPr>
            <a:spLocks noGrp="1"/>
          </p:cNvSpPr>
          <p:nvPr>
            <p:ph type="title"/>
          </p:nvPr>
        </p:nvSpPr>
        <p:spPr>
          <a:xfrm>
            <a:off x="4837320" y="1796400"/>
            <a:ext cx="3593160" cy="644400"/>
          </a:xfrm>
          <a:prstGeom prst="rect">
            <a:avLst/>
          </a:prstGeom>
          <a:noFill/>
          <a:ln w="0">
            <a:noFill/>
          </a:ln>
        </p:spPr>
        <p:txBody>
          <a:bodyPr lIns="91440" tIns="91440" rIns="91440" bIns="91440" anchor="b">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06" name="Google Shape;192;p22"/>
          <p:cNvGrpSpPr/>
          <p:nvPr/>
        </p:nvGrpSpPr>
        <p:grpSpPr>
          <a:xfrm>
            <a:off x="-247320" y="-445680"/>
            <a:ext cx="9638640" cy="6029280"/>
            <a:chOff x="-247320" y="-445680"/>
            <a:chExt cx="9638640" cy="6029280"/>
          </a:xfrm>
        </p:grpSpPr>
        <p:sp>
          <p:nvSpPr>
            <p:cNvPr id="107" name="Google Shape;193;p22"/>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8" name="Google Shape;194;p22"/>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09" name="Google Shape;195;p22"/>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0" name="Google Shape;196;p22"/>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1" name="Google Shape;197;p22"/>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2" name="Google Shape;198;p22"/>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3" name="Google Shape;199;p22"/>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4" name="Google Shape;200;p22"/>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1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
        <p:nvSpPr>
          <p:cNvPr id="116" name="PlaceHolder 2"/>
          <p:cNvSpPr>
            <a:spLocks noGrp="1"/>
          </p:cNvSpPr>
          <p:nvPr>
            <p:ph type="body"/>
          </p:nvPr>
        </p:nvSpPr>
        <p:spPr>
          <a:xfrm>
            <a:off x="720000" y="1215720"/>
            <a:ext cx="7703640" cy="1021680"/>
          </a:xfrm>
          <a:prstGeom prst="rect">
            <a:avLst/>
          </a:prstGeom>
          <a:noFill/>
          <a:ln w="0">
            <a:noFill/>
          </a:ln>
        </p:spPr>
        <p:txBody>
          <a:bodyPr lIns="91440" tIns="91440" rIns="91440" bIns="91440" anchor="t">
            <a:noAutofit/>
          </a:bodyPr>
          <a:lstStyle/>
          <a:p>
            <a:pPr marL="431800" indent="-323850">
              <a:spcBef>
                <a:spcPts val="141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Click to edit the outline text format</a:t>
            </a:r>
            <a:endParaRPr lang="fr-FR" sz="14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Second Outline Level</a:t>
            </a:r>
            <a:endParaRPr lang="fr-FR" sz="14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Third Outline Level</a:t>
            </a:r>
            <a:endParaRPr lang="fr-FR" sz="14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Fourth Outline Level</a:t>
            </a:r>
            <a:endParaRPr lang="fr-FR" sz="14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Fifth Outline Level</a:t>
            </a:r>
            <a:endParaRPr lang="fr-FR" sz="14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Sixth Outline Level</a:t>
            </a:r>
            <a:endParaRPr lang="fr-FR" sz="14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Seventh Outline Level</a:t>
            </a:r>
            <a:endParaRPr lang="fr-FR" sz="14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7" name="Google Shape;204;p23"/>
          <p:cNvGrpSpPr/>
          <p:nvPr/>
        </p:nvGrpSpPr>
        <p:grpSpPr>
          <a:xfrm>
            <a:off x="-534960" y="-37440"/>
            <a:ext cx="10207440" cy="5621040"/>
            <a:chOff x="-534960" y="-37440"/>
            <a:chExt cx="10207440" cy="5621040"/>
          </a:xfrm>
        </p:grpSpPr>
        <p:sp>
          <p:nvSpPr>
            <p:cNvPr id="118" name="Google Shape;205;p23"/>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19" name="Google Shape;206;p23"/>
            <p:cNvSpPr/>
            <p:nvPr/>
          </p:nvSpPr>
          <p:spPr>
            <a:xfrm>
              <a:off x="-53496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0" name="Google Shape;207;p23"/>
            <p:cNvSpPr/>
            <p:nvPr/>
          </p:nvSpPr>
          <p:spPr>
            <a:xfrm rot="10800000">
              <a:off x="8834040" y="-37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1" name="Google Shape;208;p23"/>
            <p:cNvSpPr/>
            <p:nvPr/>
          </p:nvSpPr>
          <p:spPr>
            <a:xfrm rot="10800000">
              <a:off x="8431200" y="419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2" name="Google Shape;209;p23"/>
            <p:cNvSpPr/>
            <p:nvPr/>
          </p:nvSpPr>
          <p:spPr>
            <a:xfrm flipH="1">
              <a:off x="842328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3" name="Google Shape;210;p23"/>
            <p:cNvSpPr/>
            <p:nvPr/>
          </p:nvSpPr>
          <p:spPr>
            <a:xfrm flipH="1">
              <a:off x="883296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4" name="Google Shape;211;p23"/>
            <p:cNvSpPr/>
            <p:nvPr/>
          </p:nvSpPr>
          <p:spPr>
            <a:xfrm rot="10800000" flipH="1">
              <a:off x="-528840" y="-374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25" name="Google Shape;212;p23"/>
            <p:cNvSpPr/>
            <p:nvPr/>
          </p:nvSpPr>
          <p:spPr>
            <a:xfrm rot="10800000" flipH="1">
              <a:off x="-126000" y="419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2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
        <p:nvSpPr>
          <p:cNvPr id="127" name="PlaceHolder 2"/>
          <p:cNvSpPr>
            <a:spLocks noGrp="1"/>
          </p:cNvSpPr>
          <p:nvPr>
            <p:ph type="body"/>
          </p:nvPr>
        </p:nvSpPr>
        <p:spPr>
          <a:xfrm>
            <a:off x="720000" y="1215720"/>
            <a:ext cx="7703640" cy="3144960"/>
          </a:xfrm>
          <a:prstGeom prst="rect">
            <a:avLst/>
          </a:prstGeom>
          <a:noFill/>
          <a:ln w="0">
            <a:noFill/>
          </a:ln>
        </p:spPr>
        <p:txBody>
          <a:bodyPr lIns="91440" tIns="91440" rIns="91440" bIns="91440" anchor="t">
            <a:noAutofit/>
          </a:bodyPr>
          <a:lstStyle/>
          <a:p>
            <a:pPr marL="431800" indent="-323850">
              <a:spcBef>
                <a:spcPts val="141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Click to edit the outline text format</a:t>
            </a:r>
            <a:endParaRPr lang="fr-FR" sz="14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Second Outline Level</a:t>
            </a:r>
            <a:endParaRPr lang="fr-FR" sz="14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Third Outline Level</a:t>
            </a:r>
            <a:endParaRPr lang="fr-FR" sz="14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Fourth Outline Level</a:t>
            </a:r>
            <a:endParaRPr lang="fr-FR" sz="14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Fifth Outline Level</a:t>
            </a:r>
            <a:endParaRPr lang="fr-FR" sz="14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Sixth Outline Level</a:t>
            </a:r>
            <a:endParaRPr lang="fr-FR" sz="14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Seventh Outline Level</a:t>
            </a:r>
            <a:endParaRPr lang="fr-FR" sz="14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28" name="Google Shape;216;p24"/>
          <p:cNvGrpSpPr/>
          <p:nvPr/>
        </p:nvGrpSpPr>
        <p:grpSpPr>
          <a:xfrm>
            <a:off x="-310320" y="3500640"/>
            <a:ext cx="9764280" cy="2328120"/>
            <a:chOff x="-310320" y="3500640"/>
            <a:chExt cx="9764280" cy="2328120"/>
          </a:xfrm>
        </p:grpSpPr>
        <p:sp>
          <p:nvSpPr>
            <p:cNvPr id="129" name="Google Shape;217;p24"/>
            <p:cNvSpPr/>
            <p:nvPr/>
          </p:nvSpPr>
          <p:spPr>
            <a:xfrm rot="10800000" flipH="1">
              <a:off x="927000" y="46303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0" name="Google Shape;218;p24"/>
            <p:cNvSpPr/>
            <p:nvPr/>
          </p:nvSpPr>
          <p:spPr>
            <a:xfrm rot="10800000" flipH="1">
              <a:off x="272520" y="4861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1" name="Google Shape;219;p24"/>
            <p:cNvSpPr/>
            <p:nvPr/>
          </p:nvSpPr>
          <p:spPr>
            <a:xfrm>
              <a:off x="-310320" y="3996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2" name="Google Shape;220;p24"/>
            <p:cNvSpPr/>
            <p:nvPr/>
          </p:nvSpPr>
          <p:spPr>
            <a:xfrm>
              <a:off x="-125640" y="3500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3" name="Google Shape;221;p24"/>
            <p:cNvSpPr/>
            <p:nvPr/>
          </p:nvSpPr>
          <p:spPr>
            <a:xfrm flipH="1">
              <a:off x="8615160" y="39963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4" name="Google Shape;222;p24"/>
            <p:cNvSpPr/>
            <p:nvPr/>
          </p:nvSpPr>
          <p:spPr>
            <a:xfrm flipH="1">
              <a:off x="8423280" y="3500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5" name="Google Shape;223;p24"/>
            <p:cNvSpPr/>
            <p:nvPr/>
          </p:nvSpPr>
          <p:spPr>
            <a:xfrm rot="10800000">
              <a:off x="7378200" y="46303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36" name="Google Shape;224;p24"/>
            <p:cNvSpPr/>
            <p:nvPr/>
          </p:nvSpPr>
          <p:spPr>
            <a:xfrm rot="10800000">
              <a:off x="8032680" y="486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3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38" name="Google Shape;231;p25"/>
          <p:cNvGrpSpPr/>
          <p:nvPr/>
        </p:nvGrpSpPr>
        <p:grpSpPr>
          <a:xfrm>
            <a:off x="-655560" y="3436920"/>
            <a:ext cx="10454760" cy="2310840"/>
            <a:chOff x="-655560" y="3436920"/>
            <a:chExt cx="10454760" cy="2310840"/>
          </a:xfrm>
        </p:grpSpPr>
        <p:sp>
          <p:nvSpPr>
            <p:cNvPr id="139" name="Google Shape;232;p25"/>
            <p:cNvSpPr/>
            <p:nvPr/>
          </p:nvSpPr>
          <p:spPr>
            <a:xfrm rot="10800000" flipH="1">
              <a:off x="-137160" y="3436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0" name="Google Shape;233;p25"/>
            <p:cNvSpPr/>
            <p:nvPr/>
          </p:nvSpPr>
          <p:spPr>
            <a:xfrm>
              <a:off x="183240" y="4541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1" name="Google Shape;234;p25"/>
            <p:cNvSpPr/>
            <p:nvPr/>
          </p:nvSpPr>
          <p:spPr>
            <a:xfrm rot="10800000" flipH="1">
              <a:off x="-655920" y="390348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2" name="Google Shape;235;p25"/>
            <p:cNvSpPr/>
            <p:nvPr/>
          </p:nvSpPr>
          <p:spPr>
            <a:xfrm rot="10800000">
              <a:off x="8442360" y="3436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3" name="Google Shape;236;p25"/>
            <p:cNvSpPr/>
            <p:nvPr/>
          </p:nvSpPr>
          <p:spPr>
            <a:xfrm flipH="1">
              <a:off x="8121240" y="4541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4" name="Google Shape;237;p25"/>
            <p:cNvSpPr/>
            <p:nvPr/>
          </p:nvSpPr>
          <p:spPr>
            <a:xfrm rot="10800000">
              <a:off x="8960760" y="39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5" name="Google Shape;238;p25"/>
            <p:cNvSpPr/>
            <p:nvPr/>
          </p:nvSpPr>
          <p:spPr>
            <a:xfrm rot="10800000">
              <a:off x="7719120" y="4780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46" name="Google Shape;239;p25"/>
            <p:cNvSpPr/>
            <p:nvPr/>
          </p:nvSpPr>
          <p:spPr>
            <a:xfrm rot="10800000">
              <a:off x="586800" y="4780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4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48" name="Google Shape;244;p26"/>
          <p:cNvGrpSpPr/>
          <p:nvPr/>
        </p:nvGrpSpPr>
        <p:grpSpPr>
          <a:xfrm>
            <a:off x="-512280" y="-358200"/>
            <a:ext cx="10169640" cy="5930280"/>
            <a:chOff x="-512280" y="-358200"/>
            <a:chExt cx="10169640" cy="5930280"/>
          </a:xfrm>
        </p:grpSpPr>
        <p:sp>
          <p:nvSpPr>
            <p:cNvPr id="149" name="Google Shape;245;p26"/>
            <p:cNvSpPr/>
            <p:nvPr/>
          </p:nvSpPr>
          <p:spPr>
            <a:xfrm flipH="1">
              <a:off x="8430120" y="4074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0" name="Google Shape;246;p26"/>
            <p:cNvSpPr/>
            <p:nvPr/>
          </p:nvSpPr>
          <p:spPr>
            <a:xfrm rot="10800000">
              <a:off x="8818920" y="183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1" name="Google Shape;247;p26"/>
            <p:cNvSpPr/>
            <p:nvPr/>
          </p:nvSpPr>
          <p:spPr>
            <a:xfrm rot="10800000">
              <a:off x="8011800" y="4604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2" name="Google Shape;248;p26"/>
            <p:cNvSpPr/>
            <p:nvPr/>
          </p:nvSpPr>
          <p:spPr>
            <a:xfrm flipH="1">
              <a:off x="8430120" y="-358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3" name="Google Shape;249;p26"/>
            <p:cNvSpPr/>
            <p:nvPr/>
          </p:nvSpPr>
          <p:spPr>
            <a:xfrm>
              <a:off x="-124200" y="407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4" name="Google Shape;250;p26"/>
            <p:cNvSpPr/>
            <p:nvPr/>
          </p:nvSpPr>
          <p:spPr>
            <a:xfrm rot="10800000" flipH="1">
              <a:off x="-512640" y="18324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5" name="Google Shape;251;p26"/>
            <p:cNvSpPr/>
            <p:nvPr/>
          </p:nvSpPr>
          <p:spPr>
            <a:xfrm rot="10800000" flipH="1">
              <a:off x="294840" y="4604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56" name="Google Shape;252;p26"/>
            <p:cNvSpPr/>
            <p:nvPr/>
          </p:nvSpPr>
          <p:spPr>
            <a:xfrm>
              <a:off x="-124200" y="-358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5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58" name="Google Shape;261;p27"/>
          <p:cNvGrpSpPr/>
          <p:nvPr/>
        </p:nvGrpSpPr>
        <p:grpSpPr>
          <a:xfrm>
            <a:off x="-519480" y="2675160"/>
            <a:ext cx="10224360" cy="2743920"/>
            <a:chOff x="-519480" y="2675160"/>
            <a:chExt cx="10224360" cy="2743920"/>
          </a:xfrm>
        </p:grpSpPr>
        <p:sp>
          <p:nvSpPr>
            <p:cNvPr id="159" name="Google Shape;262;p27"/>
            <p:cNvSpPr/>
            <p:nvPr/>
          </p:nvSpPr>
          <p:spPr>
            <a:xfrm rot="10800000" flipH="1">
              <a:off x="-119160" y="308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0" name="Google Shape;263;p27"/>
            <p:cNvSpPr/>
            <p:nvPr/>
          </p:nvSpPr>
          <p:spPr>
            <a:xfrm rot="10800000" flipH="1">
              <a:off x="-519840" y="2675160"/>
              <a:ext cx="838440" cy="967680"/>
            </a:xfrm>
            <a:custGeom>
              <a:avLst/>
              <a:gdLst>
                <a:gd name="textAreaLeft" fmla="*/ 360 w 838440"/>
                <a:gd name="textAreaRight" fmla="*/ 83916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1" name="Google Shape;264;p27"/>
            <p:cNvSpPr/>
            <p:nvPr/>
          </p:nvSpPr>
          <p:spPr>
            <a:xfrm>
              <a:off x="-519480" y="395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2" name="Google Shape;265;p27"/>
            <p:cNvSpPr/>
            <p:nvPr/>
          </p:nvSpPr>
          <p:spPr>
            <a:xfrm>
              <a:off x="21240" y="4451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3" name="Google Shape;266;p27"/>
            <p:cNvSpPr/>
            <p:nvPr/>
          </p:nvSpPr>
          <p:spPr>
            <a:xfrm rot="10800000">
              <a:off x="8465400" y="30852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4" name="Google Shape;267;p27"/>
            <p:cNvSpPr/>
            <p:nvPr/>
          </p:nvSpPr>
          <p:spPr>
            <a:xfrm rot="10800000">
              <a:off x="8866440" y="2675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5" name="Google Shape;268;p27"/>
            <p:cNvSpPr/>
            <p:nvPr/>
          </p:nvSpPr>
          <p:spPr>
            <a:xfrm flipH="1">
              <a:off x="8865360" y="395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66" name="Google Shape;269;p27"/>
            <p:cNvSpPr/>
            <p:nvPr/>
          </p:nvSpPr>
          <p:spPr>
            <a:xfrm flipH="1">
              <a:off x="8324640" y="44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6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68" name="Google Shape;280;p28"/>
          <p:cNvGrpSpPr/>
          <p:nvPr/>
        </p:nvGrpSpPr>
        <p:grpSpPr>
          <a:xfrm>
            <a:off x="-266400" y="3341880"/>
            <a:ext cx="9676800" cy="2320920"/>
            <a:chOff x="-266400" y="3341880"/>
            <a:chExt cx="9676800" cy="2320920"/>
          </a:xfrm>
        </p:grpSpPr>
        <p:sp>
          <p:nvSpPr>
            <p:cNvPr id="169" name="Google Shape;281;p28"/>
            <p:cNvSpPr/>
            <p:nvPr/>
          </p:nvSpPr>
          <p:spPr>
            <a:xfrm flipH="1">
              <a:off x="7440840" y="469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0" name="Google Shape;282;p28"/>
            <p:cNvSpPr/>
            <p:nvPr/>
          </p:nvSpPr>
          <p:spPr>
            <a:xfrm>
              <a:off x="863640" y="469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1" name="Google Shape;283;p28"/>
            <p:cNvSpPr/>
            <p:nvPr/>
          </p:nvSpPr>
          <p:spPr>
            <a:xfrm rot="10800000" flipH="1">
              <a:off x="-266760" y="4029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2" name="Google Shape;284;p28"/>
            <p:cNvSpPr/>
            <p:nvPr/>
          </p:nvSpPr>
          <p:spPr>
            <a:xfrm>
              <a:off x="153000" y="4524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3" name="Google Shape;285;p28"/>
            <p:cNvSpPr/>
            <p:nvPr/>
          </p:nvSpPr>
          <p:spPr>
            <a:xfrm rot="10800000" flipH="1">
              <a:off x="-151560" y="33418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4" name="Google Shape;286;p28"/>
            <p:cNvSpPr/>
            <p:nvPr/>
          </p:nvSpPr>
          <p:spPr>
            <a:xfrm rot="10800000">
              <a:off x="8571960" y="4029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5" name="Google Shape;287;p28"/>
            <p:cNvSpPr/>
            <p:nvPr/>
          </p:nvSpPr>
          <p:spPr>
            <a:xfrm flipH="1">
              <a:off x="8151840" y="45244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76" name="Google Shape;288;p28"/>
            <p:cNvSpPr/>
            <p:nvPr/>
          </p:nvSpPr>
          <p:spPr>
            <a:xfrm rot="10800000">
              <a:off x="8456760" y="33418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7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78" name="PlaceHolder 1"/>
          <p:cNvSpPr>
            <a:spLocks noGrp="1"/>
          </p:cNvSpPr>
          <p:nvPr>
            <p:ph type="title"/>
          </p:nvPr>
        </p:nvSpPr>
        <p:spPr>
          <a:xfrm>
            <a:off x="4352040" y="63828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Outfit"/>
                <a:ea typeface="Outfit"/>
              </a:rPr>
              <a:t>xx%</a:t>
            </a:r>
            <a:endParaRPr lang="fr-FR" sz="4500" b="0" strike="noStrike" spc="-1">
              <a:solidFill>
                <a:schemeClr val="dk1"/>
              </a:solidFill>
              <a:latin typeface="Arial" panose="020B0604020202020204"/>
            </a:endParaRPr>
          </a:p>
        </p:txBody>
      </p:sp>
      <p:sp>
        <p:nvSpPr>
          <p:cNvPr id="179" name="PlaceHolder 2"/>
          <p:cNvSpPr>
            <a:spLocks noGrp="1"/>
          </p:cNvSpPr>
          <p:nvPr>
            <p:ph type="title"/>
          </p:nvPr>
        </p:nvSpPr>
        <p:spPr>
          <a:xfrm>
            <a:off x="4352040" y="199044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Outfit"/>
                <a:ea typeface="Outfit"/>
              </a:rPr>
              <a:t>xx%</a:t>
            </a:r>
            <a:endParaRPr lang="fr-FR" sz="4500" b="0" strike="noStrike" spc="-1">
              <a:solidFill>
                <a:schemeClr val="dk1"/>
              </a:solidFill>
              <a:latin typeface="Arial" panose="020B0604020202020204"/>
            </a:endParaRPr>
          </a:p>
        </p:txBody>
      </p:sp>
      <p:sp>
        <p:nvSpPr>
          <p:cNvPr id="180" name="PlaceHolder 3"/>
          <p:cNvSpPr>
            <a:spLocks noGrp="1"/>
          </p:cNvSpPr>
          <p:nvPr>
            <p:ph type="title"/>
          </p:nvPr>
        </p:nvSpPr>
        <p:spPr>
          <a:xfrm>
            <a:off x="4352040" y="3342960"/>
            <a:ext cx="4078440" cy="768600"/>
          </a:xfrm>
          <a:prstGeom prst="rect">
            <a:avLst/>
          </a:prstGeom>
          <a:noFill/>
          <a:ln w="0">
            <a:noFill/>
          </a:ln>
        </p:spPr>
        <p:txBody>
          <a:bodyPr lIns="91440" tIns="91440" rIns="91440" bIns="91440" anchor="b">
            <a:noAutofit/>
          </a:bodyPr>
          <a:lstStyle/>
          <a:p>
            <a:pPr indent="0">
              <a:lnSpc>
                <a:spcPct val="100000"/>
              </a:lnSpc>
              <a:buNone/>
            </a:pPr>
            <a:r>
              <a:rPr lang="fr-FR" sz="4500" b="1" strike="noStrike" spc="-1">
                <a:solidFill>
                  <a:schemeClr val="dk1"/>
                </a:solidFill>
                <a:latin typeface="Outfit"/>
                <a:ea typeface="Outfit"/>
              </a:rPr>
              <a:t>xx%</a:t>
            </a:r>
            <a:endParaRPr lang="fr-FR" sz="4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84" name="Google Shape;16;p4"/>
          <p:cNvGrpSpPr/>
          <p:nvPr/>
        </p:nvGrpSpPr>
        <p:grpSpPr>
          <a:xfrm>
            <a:off x="-247320" y="-445680"/>
            <a:ext cx="9638640" cy="6029280"/>
            <a:chOff x="-247320" y="-445680"/>
            <a:chExt cx="9638640" cy="6029280"/>
          </a:xfrm>
        </p:grpSpPr>
        <p:sp>
          <p:nvSpPr>
            <p:cNvPr id="185" name="Google Shape;17;p4"/>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6" name="Google Shape;18;p4"/>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7" name="Google Shape;19;p4"/>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8" name="Google Shape;20;p4"/>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89" name="Google Shape;21;p4"/>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0" name="Google Shape;22;p4"/>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1" name="Google Shape;23;p4"/>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2" name="Google Shape;24;p4"/>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19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
        <p:nvSpPr>
          <p:cNvPr id="194" name="PlaceHolder 2"/>
          <p:cNvSpPr>
            <a:spLocks noGrp="1"/>
          </p:cNvSpPr>
          <p:nvPr>
            <p:ph type="body"/>
          </p:nvPr>
        </p:nvSpPr>
        <p:spPr>
          <a:xfrm>
            <a:off x="720000" y="1215720"/>
            <a:ext cx="7703640" cy="397440"/>
          </a:xfrm>
          <a:prstGeom prst="rect">
            <a:avLst/>
          </a:prstGeom>
          <a:noFill/>
          <a:ln w="0">
            <a:noFill/>
          </a:ln>
        </p:spPr>
        <p:txBody>
          <a:bodyPr lIns="91440" tIns="91440" rIns="91440" bIns="91440" anchor="t">
            <a:noAutofit/>
          </a:bodyPr>
          <a:lstStyle/>
          <a:p>
            <a:pPr marL="431800" indent="-323850">
              <a:spcBef>
                <a:spcPts val="141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Click to edit the outline text format</a:t>
            </a:r>
            <a:endParaRPr lang="fr-FR" sz="14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Second Outline Level</a:t>
            </a:r>
            <a:endParaRPr lang="fr-FR" sz="14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Third Outline Level</a:t>
            </a:r>
            <a:endParaRPr lang="fr-FR" sz="14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Fourth Outline Level</a:t>
            </a:r>
            <a:endParaRPr lang="fr-FR" sz="14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Fifth Outline Level</a:t>
            </a:r>
            <a:endParaRPr lang="fr-FR" sz="14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Sixth Outline Level</a:t>
            </a:r>
            <a:endParaRPr lang="fr-FR" sz="14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Seventh Outline Level</a:t>
            </a:r>
            <a:endParaRPr lang="fr-FR" sz="14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97" name="Google Shape;314;p31"/>
          <p:cNvGrpSpPr/>
          <p:nvPr/>
        </p:nvGrpSpPr>
        <p:grpSpPr>
          <a:xfrm>
            <a:off x="-247320" y="-445680"/>
            <a:ext cx="9638640" cy="6029280"/>
            <a:chOff x="-247320" y="-445680"/>
            <a:chExt cx="9638640" cy="6029280"/>
          </a:xfrm>
        </p:grpSpPr>
        <p:sp>
          <p:nvSpPr>
            <p:cNvPr id="198" name="Google Shape;315;p31"/>
            <p:cNvSpPr/>
            <p:nvPr/>
          </p:nvSpPr>
          <p:spPr>
            <a:xfrm>
              <a:off x="-1256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199" name="Google Shape;316;p31"/>
            <p:cNvSpPr/>
            <p:nvPr/>
          </p:nvSpPr>
          <p:spPr>
            <a:xfrm>
              <a:off x="-1256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0" name="Google Shape;317;p31"/>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1" name="Google Shape;318;p31"/>
            <p:cNvSpPr/>
            <p:nvPr/>
          </p:nvSpPr>
          <p:spPr>
            <a:xfrm rot="10800000" flipH="1">
              <a:off x="34668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2" name="Google Shape;319;p31"/>
            <p:cNvSpPr/>
            <p:nvPr/>
          </p:nvSpPr>
          <p:spPr>
            <a:xfrm rot="10800000">
              <a:off x="7958520" y="-428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3" name="Google Shape;320;p31"/>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4" name="Google Shape;321;p31"/>
            <p:cNvSpPr/>
            <p:nvPr/>
          </p:nvSpPr>
          <p:spPr>
            <a:xfrm>
              <a:off x="843084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5" name="Google Shape;322;p31"/>
            <p:cNvSpPr/>
            <p:nvPr/>
          </p:nvSpPr>
          <p:spPr>
            <a:xfrm>
              <a:off x="843084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06" name="Google Shape;324;p32"/>
          <p:cNvGrpSpPr/>
          <p:nvPr/>
        </p:nvGrpSpPr>
        <p:grpSpPr>
          <a:xfrm>
            <a:off x="-476640" y="2900520"/>
            <a:ext cx="10096920" cy="2864880"/>
            <a:chOff x="-476640" y="2900520"/>
            <a:chExt cx="10096920" cy="2864880"/>
          </a:xfrm>
        </p:grpSpPr>
        <p:grpSp>
          <p:nvGrpSpPr>
            <p:cNvPr id="207" name="Google Shape;325;p32"/>
            <p:cNvGrpSpPr/>
            <p:nvPr/>
          </p:nvGrpSpPr>
          <p:grpSpPr>
            <a:xfrm>
              <a:off x="-476640" y="2900520"/>
              <a:ext cx="10096920" cy="2864880"/>
              <a:chOff x="-476640" y="2900520"/>
              <a:chExt cx="10096920" cy="2864880"/>
            </a:xfrm>
          </p:grpSpPr>
          <p:sp>
            <p:nvSpPr>
              <p:cNvPr id="208" name="Google Shape;326;p32"/>
              <p:cNvSpPr/>
              <p:nvPr/>
            </p:nvSpPr>
            <p:spPr>
              <a:xfrm rot="10800000" flipH="1">
                <a:off x="-267120" y="2900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09" name="Google Shape;327;p32"/>
              <p:cNvSpPr/>
              <p:nvPr/>
            </p:nvSpPr>
            <p:spPr>
              <a:xfrm>
                <a:off x="-90720" y="4425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0" name="Google Shape;328;p32"/>
              <p:cNvSpPr/>
              <p:nvPr/>
            </p:nvSpPr>
            <p:spPr>
              <a:xfrm>
                <a:off x="-476640" y="35229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1" name="Google Shape;329;p32"/>
              <p:cNvSpPr/>
              <p:nvPr/>
            </p:nvSpPr>
            <p:spPr>
              <a:xfrm rot="10800000">
                <a:off x="8572320" y="29005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2" name="Google Shape;330;p32"/>
              <p:cNvSpPr/>
              <p:nvPr/>
            </p:nvSpPr>
            <p:spPr>
              <a:xfrm flipH="1">
                <a:off x="8395200" y="44251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3" name="Google Shape;331;p32"/>
              <p:cNvSpPr/>
              <p:nvPr/>
            </p:nvSpPr>
            <p:spPr>
              <a:xfrm flipH="1">
                <a:off x="8781480" y="35229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4" name="Google Shape;332;p32"/>
              <p:cNvSpPr/>
              <p:nvPr/>
            </p:nvSpPr>
            <p:spPr>
              <a:xfrm rot="10800000">
                <a:off x="8010360" y="479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15" name="Google Shape;333;p32"/>
            <p:cNvSpPr/>
            <p:nvPr/>
          </p:nvSpPr>
          <p:spPr>
            <a:xfrm rot="10800000" flipH="1">
              <a:off x="293400" y="47977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16" name="Google Shape;28;p5"/>
          <p:cNvGrpSpPr/>
          <p:nvPr/>
        </p:nvGrpSpPr>
        <p:grpSpPr>
          <a:xfrm>
            <a:off x="-247320" y="-445680"/>
            <a:ext cx="9638640" cy="6029280"/>
            <a:chOff x="-247320" y="-445680"/>
            <a:chExt cx="9638640" cy="6029280"/>
          </a:xfrm>
        </p:grpSpPr>
        <p:sp>
          <p:nvSpPr>
            <p:cNvPr id="217" name="Google Shape;29;p5"/>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8" name="Google Shape;30;p5"/>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19" name="Google Shape;31;p5"/>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0" name="Google Shape;32;p5"/>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1" name="Google Shape;33;p5"/>
            <p:cNvSpPr/>
            <p:nvPr/>
          </p:nvSpPr>
          <p:spPr>
            <a:xfrm rot="10800000" flipH="1">
              <a:off x="-247680" y="50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2" name="Google Shape;34;p5"/>
            <p:cNvSpPr/>
            <p:nvPr/>
          </p:nvSpPr>
          <p:spPr>
            <a:xfrm rot="10800000" flipH="1">
              <a:off x="293040" y="-445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3" name="Google Shape;35;p5"/>
            <p:cNvSpPr/>
            <p:nvPr/>
          </p:nvSpPr>
          <p:spPr>
            <a:xfrm rot="10800000">
              <a:off x="8552880" y="50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24" name="Google Shape;36;p5"/>
            <p:cNvSpPr/>
            <p:nvPr/>
          </p:nvSpPr>
          <p:spPr>
            <a:xfrm rot="10800000">
              <a:off x="8012160" y="-4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2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229" name="Google Shape;43;p6"/>
          <p:cNvGrpSpPr/>
          <p:nvPr/>
        </p:nvGrpSpPr>
        <p:grpSpPr>
          <a:xfrm>
            <a:off x="-247320" y="-283680"/>
            <a:ext cx="9637920" cy="5867280"/>
            <a:chOff x="-247320" y="-283680"/>
            <a:chExt cx="9637920" cy="5867280"/>
          </a:xfrm>
        </p:grpSpPr>
        <p:sp>
          <p:nvSpPr>
            <p:cNvPr id="230" name="Google Shape;44;p6"/>
            <p:cNvSpPr/>
            <p:nvPr/>
          </p:nvSpPr>
          <p:spPr>
            <a:xfrm>
              <a:off x="-247320" y="41198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1" name="Google Shape;45;p6"/>
            <p:cNvSpPr/>
            <p:nvPr/>
          </p:nvSpPr>
          <p:spPr>
            <a:xfrm>
              <a:off x="293400" y="46159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2" name="Google Shape;46;p6"/>
            <p:cNvSpPr/>
            <p:nvPr/>
          </p:nvSpPr>
          <p:spPr>
            <a:xfrm flipH="1">
              <a:off x="8551800" y="4119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3" name="Google Shape;47;p6"/>
            <p:cNvSpPr/>
            <p:nvPr/>
          </p:nvSpPr>
          <p:spPr>
            <a:xfrm flipH="1">
              <a:off x="8011080" y="4615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4" name="Google Shape;48;p6"/>
            <p:cNvSpPr/>
            <p:nvPr/>
          </p:nvSpPr>
          <p:spPr>
            <a:xfrm rot="10800000" flipH="1">
              <a:off x="-126000" y="123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5" name="Google Shape;49;p6"/>
            <p:cNvSpPr/>
            <p:nvPr/>
          </p:nvSpPr>
          <p:spPr>
            <a:xfrm rot="10800000" flipH="1">
              <a:off x="-126000" y="-283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6" name="Google Shape;50;p6"/>
            <p:cNvSpPr/>
            <p:nvPr/>
          </p:nvSpPr>
          <p:spPr>
            <a:xfrm rot="10800000" flipH="1">
              <a:off x="8423640" y="123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37" name="Google Shape;51;p6"/>
            <p:cNvSpPr/>
            <p:nvPr/>
          </p:nvSpPr>
          <p:spPr>
            <a:xfrm rot="10800000" flipH="1">
              <a:off x="8423640" y="-2836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3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0" name="PlaceHolder 1"/>
          <p:cNvSpPr>
            <a:spLocks noGrp="1"/>
          </p:cNvSpPr>
          <p:nvPr>
            <p:ph type="title"/>
          </p:nvPr>
        </p:nvSpPr>
        <p:spPr>
          <a:xfrm>
            <a:off x="720000" y="444960"/>
            <a:ext cx="5549400" cy="572400"/>
          </a:xfrm>
          <a:prstGeom prst="rect">
            <a:avLst/>
          </a:prstGeom>
          <a:noFill/>
          <a:ln w="0">
            <a:noFill/>
          </a:ln>
        </p:spPr>
        <p:txBody>
          <a:bodyPr lIns="91440" tIns="91440" rIns="91440" bIns="91440" anchor="t">
            <a:noAutofit/>
          </a:bodyPr>
          <a:lstStyle/>
          <a:p>
            <a:pPr indent="0">
              <a:buNone/>
            </a:pPr>
            <a:r>
              <a:rPr lang="fr-FR" sz="3500" b="0" strike="noStrike" spc="-1">
                <a:solidFill>
                  <a:schemeClr val="dk1"/>
                </a:solidFill>
                <a:latin typeface="Arial" panose="020B0604020202020204"/>
              </a:rPr>
              <a:t>Click to edit the title text format</a:t>
            </a:r>
            <a:endParaRPr lang="fr-FR" sz="35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1" name="PlaceHolder 1"/>
          <p:cNvSpPr>
            <a:spLocks noGrp="1"/>
          </p:cNvSpPr>
          <p:nvPr>
            <p:ph type="title"/>
          </p:nvPr>
        </p:nvSpPr>
        <p:spPr>
          <a:xfrm>
            <a:off x="4292280" y="1663920"/>
            <a:ext cx="4138200" cy="1815480"/>
          </a:xfrm>
          <a:prstGeom prst="rect">
            <a:avLst/>
          </a:prstGeom>
          <a:noFill/>
          <a:ln w="0">
            <a:noFill/>
          </a:ln>
        </p:spPr>
        <p:txBody>
          <a:bodyPr lIns="91440" tIns="91440" rIns="91440" bIns="91440" anchor="ctr">
            <a:noAutofit/>
          </a:bodyPr>
          <a:lstStyle/>
          <a:p>
            <a:pPr indent="0">
              <a:buNone/>
            </a:pPr>
            <a:r>
              <a:rPr lang="fr-FR" sz="6000" b="0" strike="noStrike" spc="-1">
                <a:solidFill>
                  <a:schemeClr val="dk1"/>
                </a:solidFill>
                <a:latin typeface="Arial" panose="020B0604020202020204"/>
              </a:rPr>
              <a:t>Click to edit the title text format</a:t>
            </a:r>
            <a:endParaRPr lang="fr-FR" sz="60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2" name="PlaceHolder 1"/>
          <p:cNvSpPr>
            <a:spLocks noGrp="1"/>
          </p:cNvSpPr>
          <p:nvPr>
            <p:ph type="title"/>
          </p:nvPr>
        </p:nvSpPr>
        <p:spPr>
          <a:xfrm>
            <a:off x="3862800" y="1655640"/>
            <a:ext cx="4567320" cy="1161000"/>
          </a:xfrm>
          <a:prstGeom prst="rect">
            <a:avLst/>
          </a:prstGeom>
          <a:noFill/>
          <a:ln w="0">
            <a:noFill/>
          </a:ln>
        </p:spPr>
        <p:txBody>
          <a:bodyPr lIns="91440" tIns="91440" rIns="91440" bIns="91440" anchor="b">
            <a:noAutofit/>
          </a:bodyPr>
          <a:lstStyle/>
          <a:p>
            <a:pPr indent="0">
              <a:buNone/>
            </a:pPr>
            <a:r>
              <a:rPr lang="fr-FR" sz="6500" b="0" strike="noStrike" spc="-1">
                <a:solidFill>
                  <a:schemeClr val="dk1"/>
                </a:solidFill>
                <a:latin typeface="Arial" panose="020B0604020202020204"/>
              </a:rPr>
              <a:t>Click to edit the title text format</a:t>
            </a:r>
            <a:endParaRPr lang="fr-FR" sz="6500" b="0" strike="noStrike" spc="-1">
              <a:solidFill>
                <a:schemeClr val="dk1"/>
              </a:solidFill>
              <a:latin typeface="Arial" panose="020B0604020202020204"/>
            </a:endParaRPr>
          </a:p>
        </p:txBody>
      </p:sp>
      <p:sp>
        <p:nvSpPr>
          <p:cNvPr id="24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1800" indent="-323850">
              <a:spcBef>
                <a:spcPts val="1415"/>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Click to edit the outline text format</a:t>
            </a:r>
            <a:endParaRPr lang="fr-FR" sz="14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Second Outline Level</a:t>
            </a:r>
            <a:endParaRPr lang="fr-FR" sz="14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400" b="0" strike="noStrike" spc="-1">
                <a:solidFill>
                  <a:srgbClr val="000000"/>
                </a:solidFill>
                <a:latin typeface="Arial" panose="020B0604020202020204"/>
              </a:rPr>
              <a:t>Third Outline Level</a:t>
            </a:r>
            <a:endParaRPr lang="fr-FR" sz="14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400" b="0" strike="noStrike" spc="-1">
                <a:solidFill>
                  <a:srgbClr val="000000"/>
                </a:solidFill>
                <a:latin typeface="Arial" panose="020B0604020202020204"/>
              </a:rPr>
              <a:t>Fourth Outline Level</a:t>
            </a:r>
            <a:endParaRPr lang="fr-FR" sz="14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2000" b="0" strike="noStrike" spc="-1">
                <a:solidFill>
                  <a:srgbClr val="000000"/>
                </a:solidFill>
                <a:latin typeface="Arial" panose="020B0604020202020204"/>
              </a:rPr>
              <a:t>Fifth Outline Level</a:t>
            </a:r>
            <a:endParaRPr lang="fr-FR" sz="20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2000" b="0" strike="noStrike" spc="-1">
                <a:solidFill>
                  <a:srgbClr val="000000"/>
                </a:solidFill>
                <a:latin typeface="Arial" panose="020B0604020202020204"/>
              </a:rPr>
              <a:t>Sixth Outline Level</a:t>
            </a:r>
            <a:endParaRPr lang="fr-FR" sz="20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2000" b="0" strike="noStrike" spc="-1">
                <a:solidFill>
                  <a:srgbClr val="000000"/>
                </a:solidFill>
                <a:latin typeface="Arial" panose="020B0604020202020204"/>
              </a:rPr>
              <a:t>Seventh Outline Level</a:t>
            </a:r>
            <a:endParaRPr lang="fr-FR" sz="20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70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4" name="PlaceHolder 1"/>
          <p:cNvSpPr>
            <a:spLocks noGrp="1"/>
          </p:cNvSpPr>
          <p:nvPr>
            <p:ph type="body"/>
          </p:nvPr>
        </p:nvSpPr>
        <p:spPr>
          <a:xfrm>
            <a:off x="0" y="-13680"/>
            <a:ext cx="9143640" cy="5157000"/>
          </a:xfrm>
          <a:prstGeom prst="rect">
            <a:avLst/>
          </a:prstGeom>
          <a:noFill/>
          <a:ln w="0">
            <a:noFill/>
          </a:ln>
        </p:spPr>
        <p:txBody>
          <a:bodyPr lIns="90000" tIns="45000" rIns="90000" bIns="45000" anchor="t">
            <a:normAutofit/>
          </a:bodyPr>
          <a:lstStyle/>
          <a:p>
            <a:pPr marL="431800" indent="-323850">
              <a:spcBef>
                <a:spcPts val="1415"/>
              </a:spcBef>
              <a:buClr>
                <a:srgbClr val="000000"/>
              </a:buClr>
              <a:buSzPct val="45000"/>
              <a:buFont typeface="Wingdings" panose="05000000000000000000" pitchFamily="2" charset="2"/>
              <a:buChar char=""/>
            </a:pPr>
            <a:r>
              <a:rPr lang="fr-FR" sz="1800" b="0" strike="noStrike" spc="-1">
                <a:solidFill>
                  <a:srgbClr val="000000"/>
                </a:solidFill>
                <a:latin typeface="Arial" panose="020B0604020202020204"/>
              </a:rPr>
              <a:t>Click to edit the outline text format</a:t>
            </a:r>
            <a:endParaRPr lang="fr-FR" sz="18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fr-FR" sz="1800" b="0" strike="noStrike" spc="-1">
                <a:solidFill>
                  <a:srgbClr val="000000"/>
                </a:solidFill>
                <a:latin typeface="Arial" panose="020B0604020202020204"/>
              </a:rPr>
              <a:t>Second Outline Level</a:t>
            </a:r>
            <a:endParaRPr lang="fr-FR" sz="18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fr-FR" sz="1800" b="0" strike="noStrike" spc="-1">
                <a:solidFill>
                  <a:srgbClr val="000000"/>
                </a:solidFill>
                <a:latin typeface="Arial" panose="020B0604020202020204"/>
              </a:rPr>
              <a:t>Third Outline Level</a:t>
            </a:r>
            <a:endParaRPr lang="fr-FR" sz="18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fr-FR" sz="1800" b="0" strike="noStrike" spc="-1">
                <a:solidFill>
                  <a:srgbClr val="000000"/>
                </a:solidFill>
                <a:latin typeface="Arial" panose="020B0604020202020204"/>
              </a:rPr>
              <a:t>Fourth Outline Level</a:t>
            </a:r>
            <a:endParaRPr lang="fr-FR" sz="18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fr-FR" sz="1800" b="0" strike="noStrike" spc="-1">
                <a:solidFill>
                  <a:srgbClr val="000000"/>
                </a:solidFill>
                <a:latin typeface="Arial" panose="020B0604020202020204"/>
              </a:rPr>
              <a:t>Fifth Outline Level</a:t>
            </a:r>
            <a:endParaRPr lang="fr-FR" sz="18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fr-FR" sz="1800" b="0" strike="noStrike" spc="-1">
                <a:solidFill>
                  <a:srgbClr val="000000"/>
                </a:solidFill>
                <a:latin typeface="Arial" panose="020B0604020202020204"/>
              </a:rPr>
              <a:t>Sixth Outline Level</a:t>
            </a:r>
            <a:endParaRPr lang="fr-FR" sz="18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fr-FR" sz="1800" b="0" strike="noStrike" spc="-1">
                <a:solidFill>
                  <a:srgbClr val="000000"/>
                </a:solidFill>
                <a:latin typeface="Arial" panose="020B0604020202020204"/>
              </a:rPr>
              <a:t>Seventh Outline Level</a:t>
            </a:r>
            <a:endParaRPr lang="fr-FR" sz="1800" b="0" strike="noStrike" spc="-1">
              <a:solidFill>
                <a:srgbClr val="000000"/>
              </a:solidFill>
              <a:latin typeface="Arial" panose="020B0604020202020204"/>
            </a:endParaRPr>
          </a:p>
        </p:txBody>
      </p:sp>
      <p:sp>
        <p:nvSpPr>
          <p:cNvPr id="245" name="PlaceHolder 2"/>
          <p:cNvSpPr>
            <a:spLocks noGrp="1"/>
          </p:cNvSpPr>
          <p:nvPr>
            <p:ph type="title"/>
          </p:nvPr>
        </p:nvSpPr>
        <p:spPr>
          <a:xfrm>
            <a:off x="720000" y="3942720"/>
            <a:ext cx="7703640" cy="644040"/>
          </a:xfrm>
          <a:prstGeom prst="rect">
            <a:avLst/>
          </a:prstGeom>
          <a:solidFill>
            <a:schemeClr val="lt1"/>
          </a:solidFill>
          <a:ln w="0">
            <a:noFill/>
          </a:ln>
        </p:spPr>
        <p:txBody>
          <a:bodyPr lIns="91440" tIns="91440" rIns="91440" bIns="91440" anchor="t">
            <a:noAutofit/>
          </a:bodyPr>
          <a:lstStyle/>
          <a:p>
            <a:pPr indent="0">
              <a:buNone/>
            </a:pPr>
            <a:r>
              <a:rPr lang="fr-FR" sz="3000" b="0" strike="noStrike" spc="-1">
                <a:solidFill>
                  <a:schemeClr val="dk1"/>
                </a:solidFill>
                <a:latin typeface="Arial" panose="020B0604020202020204"/>
              </a:rPr>
              <a:t>Click to edit the title text format</a:t>
            </a:r>
            <a:endParaRPr lang="fr-FR" sz="30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70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70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
        <p:cNvGrpSpPr/>
        <p:nvPr/>
      </p:nvGrpSpPr>
      <p:grpSpPr>
        <a:xfrm>
          <a:off x="0" y="0"/>
          <a:ext cx="0" cy="0"/>
          <a:chOff x="0" y="0"/>
          <a:chExt cx="0" cy="0"/>
        </a:xfrm>
      </p:grpSpPr>
      <p:sp>
        <p:nvSpPr>
          <p:cNvPr id="246" name="PlaceHolder 1"/>
          <p:cNvSpPr>
            <a:spLocks noGrp="1"/>
          </p:cNvSpPr>
          <p:nvPr>
            <p:ph type="title"/>
          </p:nvPr>
        </p:nvSpPr>
        <p:spPr>
          <a:xfrm>
            <a:off x="716760" y="511200"/>
            <a:ext cx="7710120" cy="482040"/>
          </a:xfrm>
          <a:prstGeom prst="rect">
            <a:avLst/>
          </a:prstGeom>
          <a:noFill/>
          <a:ln w="0">
            <a:noFill/>
          </a:ln>
        </p:spPr>
        <p:txBody>
          <a:bodyPr lIns="91440" tIns="91440" rIns="91440" bIns="91440" anchor="t">
            <a:noAutofit/>
          </a:bodyPr>
          <a:lstStyle/>
          <a:p>
            <a:pPr indent="0">
              <a:buNone/>
            </a:pPr>
            <a:r>
              <a:rPr lang="fr-FR" sz="2400" b="0" strike="noStrike" spc="-1">
                <a:solidFill>
                  <a:schemeClr val="dk1"/>
                </a:solidFill>
                <a:latin typeface="Arial" panose="020B0604020202020204"/>
              </a:rPr>
              <a:t>Click to edit the title text format</a:t>
            </a:r>
            <a:endParaRPr lang="fr-FR" sz="2400" b="0" strike="noStrike" spc="-1">
              <a:solidFill>
                <a:schemeClr val="dk1"/>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71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173106" y="783888"/>
            <a:ext cx="5047210" cy="996337"/>
          </a:xfrm>
          <a:prstGeom prst="rect">
            <a:avLst/>
          </a:prstGeom>
          <a:noFill/>
          <a:ln w="0">
            <a:noFill/>
          </a:ln>
        </p:spPr>
        <p:txBody>
          <a:bodyPr lIns="91440" tIns="91440" rIns="91440" bIns="91440" anchor="b">
            <a:normAutofit/>
          </a:bodyPr>
          <a:lstStyle/>
          <a:p>
            <a:pPr indent="0">
              <a:lnSpc>
                <a:spcPct val="100000"/>
              </a:lnSpc>
              <a:buNone/>
              <a:tabLst>
                <a:tab pos="0" algn="l"/>
              </a:tabLst>
            </a:pPr>
            <a:r>
              <a:rPr lang="en-GB" sz="4800" b="1" strike="noStrike" spc="-1" dirty="0">
                <a:solidFill>
                  <a:srgbClr val="002060"/>
                </a:solidFill>
                <a:latin typeface="Outfit"/>
                <a:ea typeface="Outfit"/>
              </a:rPr>
              <a:t>Royal SafeTravel</a:t>
            </a:r>
            <a:endParaRPr lang="fr-FR" sz="4800" b="0" strike="noStrike" spc="-1" dirty="0">
              <a:solidFill>
                <a:srgbClr val="002060"/>
              </a:solidFill>
              <a:latin typeface="Arial" panose="020B0604020202020204"/>
            </a:endParaRPr>
          </a:p>
        </p:txBody>
      </p:sp>
      <p:sp>
        <p:nvSpPr>
          <p:cNvPr id="248" name="PlaceHolder 2"/>
          <p:cNvSpPr>
            <a:spLocks noGrp="1"/>
          </p:cNvSpPr>
          <p:nvPr>
            <p:ph type="subTitle"/>
          </p:nvPr>
        </p:nvSpPr>
        <p:spPr>
          <a:xfrm>
            <a:off x="236520" y="1873565"/>
            <a:ext cx="5089140" cy="539640"/>
          </a:xfrm>
          <a:prstGeom prst="rect">
            <a:avLst/>
          </a:prstGeom>
          <a:noFill/>
          <a:ln w="0">
            <a:noFill/>
          </a:ln>
        </p:spPr>
        <p:txBody>
          <a:bodyPr lIns="91440" tIns="91440" rIns="91440" bIns="91440" anchor="t">
            <a:normAutofit/>
          </a:bodyPr>
          <a:lstStyle/>
          <a:p>
            <a:pPr indent="0">
              <a:lnSpc>
                <a:spcPct val="100000"/>
              </a:lnSpc>
              <a:buNone/>
              <a:tabLst>
                <a:tab pos="0" algn="l"/>
              </a:tabLst>
            </a:pPr>
            <a:r>
              <a:rPr lang="en-GB" sz="1500" b="0" strike="noStrike" spc="-1" dirty="0">
                <a:solidFill>
                  <a:schemeClr val="tx1">
                    <a:lumMod val="50000"/>
                  </a:schemeClr>
                </a:solidFill>
                <a:latin typeface="DM Sans"/>
                <a:ea typeface="DM Sans"/>
              </a:rPr>
              <a:t>A Secure Ride-Hailing Web Application</a:t>
            </a:r>
            <a:endParaRPr lang="en-US" sz="1500" b="0" strike="noStrike" spc="-1" dirty="0">
              <a:solidFill>
                <a:schemeClr val="tx1">
                  <a:lumMod val="50000"/>
                </a:schemeClr>
              </a:solidFill>
              <a:latin typeface="OpenSymbol"/>
            </a:endParaRPr>
          </a:p>
        </p:txBody>
      </p:sp>
      <p:grpSp>
        <p:nvGrpSpPr>
          <p:cNvPr id="250" name="Google Shape;347;p36"/>
          <p:cNvGrpSpPr/>
          <p:nvPr/>
        </p:nvGrpSpPr>
        <p:grpSpPr>
          <a:xfrm>
            <a:off x="5115240" y="-409710"/>
            <a:ext cx="4275000" cy="6450480"/>
            <a:chOff x="5115240" y="-428760"/>
            <a:chExt cx="4275000" cy="6450480"/>
          </a:xfrm>
        </p:grpSpPr>
        <p:sp>
          <p:nvSpPr>
            <p:cNvPr id="251" name="Google Shape;348;p36"/>
            <p:cNvSpPr/>
            <p:nvPr/>
          </p:nvSpPr>
          <p:spPr>
            <a:xfrm rot="10800000" flipH="1">
              <a:off x="8492040" y="-192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2" name="Google Shape;349;p36"/>
            <p:cNvSpPr/>
            <p:nvPr/>
          </p:nvSpPr>
          <p:spPr>
            <a:xfrm>
              <a:off x="8551800" y="32677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3" name="Google Shape;350;p36"/>
            <p:cNvSpPr/>
            <p:nvPr/>
          </p:nvSpPr>
          <p:spPr>
            <a:xfrm>
              <a:off x="660672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4" name="Google Shape;351;p36"/>
            <p:cNvSpPr/>
            <p:nvPr/>
          </p:nvSpPr>
          <p:spPr>
            <a:xfrm>
              <a:off x="71035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5" name="Google Shape;352;p36"/>
            <p:cNvSpPr/>
            <p:nvPr/>
          </p:nvSpPr>
          <p:spPr>
            <a:xfrm>
              <a:off x="66841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6" name="Google Shape;353;p36"/>
            <p:cNvSpPr/>
            <p:nvPr/>
          </p:nvSpPr>
          <p:spPr>
            <a:xfrm>
              <a:off x="610992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7" name="Google Shape;354;p36"/>
            <p:cNvSpPr/>
            <p:nvPr/>
          </p:nvSpPr>
          <p:spPr>
            <a:xfrm>
              <a:off x="6109920" y="697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8" name="Google Shape;355;p36"/>
            <p:cNvSpPr/>
            <p:nvPr/>
          </p:nvSpPr>
          <p:spPr>
            <a:xfrm>
              <a:off x="7587360" y="119412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59" name="Google Shape;356;p36"/>
            <p:cNvSpPr/>
            <p:nvPr/>
          </p:nvSpPr>
          <p:spPr>
            <a:xfrm>
              <a:off x="5634000" y="-428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0" name="Google Shape;357;p36"/>
            <p:cNvSpPr/>
            <p:nvPr/>
          </p:nvSpPr>
          <p:spPr>
            <a:xfrm>
              <a:off x="701784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1" name="Google Shape;358;p36"/>
            <p:cNvSpPr/>
            <p:nvPr/>
          </p:nvSpPr>
          <p:spPr>
            <a:xfrm>
              <a:off x="5193720" y="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2" name="Google Shape;359;p36"/>
            <p:cNvSpPr/>
            <p:nvPr/>
          </p:nvSpPr>
          <p:spPr>
            <a:xfrm>
              <a:off x="8069040" y="16221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3" name="Google Shape;360;p36"/>
            <p:cNvSpPr/>
            <p:nvPr/>
          </p:nvSpPr>
          <p:spPr>
            <a:xfrm rot="10800000" flipH="1">
              <a:off x="5114880" y="3656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4" name="Google Shape;361;p36"/>
            <p:cNvSpPr/>
            <p:nvPr/>
          </p:nvSpPr>
          <p:spPr>
            <a:xfrm rot="10800000" flipH="1">
              <a:off x="6606360" y="392508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5" name="Google Shape;362;p36"/>
            <p:cNvSpPr/>
            <p:nvPr/>
          </p:nvSpPr>
          <p:spPr>
            <a:xfrm rot="10800000" flipH="1">
              <a:off x="5983560" y="50540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6" name="Google Shape;363;p36"/>
            <p:cNvSpPr/>
            <p:nvPr/>
          </p:nvSpPr>
          <p:spPr>
            <a:xfrm rot="10800000" flipH="1">
              <a:off x="7178400" y="3533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7" name="Google Shape;364;p36"/>
            <p:cNvSpPr/>
            <p:nvPr/>
          </p:nvSpPr>
          <p:spPr>
            <a:xfrm rot="10800000" flipH="1">
              <a:off x="6606360" y="46098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8" name="Google Shape;365;p36"/>
            <p:cNvSpPr/>
            <p:nvPr/>
          </p:nvSpPr>
          <p:spPr>
            <a:xfrm rot="10800000" flipH="1">
              <a:off x="5526000" y="4128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69" name="Google Shape;366;p36"/>
            <p:cNvSpPr/>
            <p:nvPr/>
          </p:nvSpPr>
          <p:spPr>
            <a:xfrm>
              <a:off x="8117280" y="2852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0" name="Google Shape;367;p36"/>
            <p:cNvSpPr/>
            <p:nvPr/>
          </p:nvSpPr>
          <p:spPr>
            <a:xfrm>
              <a:off x="8172720" y="3034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 name="TextBox 1"/>
          <p:cNvSpPr txBox="1"/>
          <p:nvPr/>
        </p:nvSpPr>
        <p:spPr>
          <a:xfrm>
            <a:off x="173131" y="2547505"/>
            <a:ext cx="4406788" cy="1491615"/>
          </a:xfrm>
          <a:prstGeom prst="rect">
            <a:avLst/>
          </a:prstGeom>
          <a:noFill/>
        </p:spPr>
        <p:txBody>
          <a:bodyPr wrap="square" rtlCol="0">
            <a:spAutoFit/>
          </a:bodyPr>
          <a:lstStyle/>
          <a:p>
            <a:r>
              <a:rPr lang="en-US" sz="1600" dirty="0">
                <a:solidFill>
                  <a:schemeClr val="tx1">
                    <a:lumMod val="50000"/>
                  </a:schemeClr>
                </a:solidFill>
              </a:rPr>
              <a:t>Al-HAIFI FARID – SCT212-0463/2022</a:t>
            </a:r>
            <a:endParaRPr lang="en-US" sz="1600" dirty="0">
              <a:solidFill>
                <a:schemeClr val="tx1">
                  <a:lumMod val="50000"/>
                </a:schemeClr>
              </a:solidFill>
            </a:endParaRPr>
          </a:p>
          <a:p>
            <a:r>
              <a:rPr lang="en-US" sz="1600" dirty="0">
                <a:solidFill>
                  <a:schemeClr val="tx1">
                    <a:lumMod val="50000"/>
                  </a:schemeClr>
                </a:solidFill>
              </a:rPr>
              <a:t>MESHACK MUTUNGA – SCT212-0716/2022</a:t>
            </a:r>
            <a:endParaRPr lang="en-US" sz="1600" dirty="0">
              <a:solidFill>
                <a:schemeClr val="tx1">
                  <a:lumMod val="50000"/>
                </a:schemeClr>
              </a:solidFill>
            </a:endParaRPr>
          </a:p>
          <a:p>
            <a:r>
              <a:rPr lang="en-US" sz="1600" dirty="0">
                <a:solidFill>
                  <a:schemeClr val="tx1">
                    <a:lumMod val="50000"/>
                  </a:schemeClr>
                </a:solidFill>
              </a:rPr>
              <a:t>DANIEL MWARIRI – SCT212-0717/2022</a:t>
            </a:r>
            <a:endParaRPr lang="en-US" sz="1600" dirty="0">
              <a:solidFill>
                <a:schemeClr val="tx1">
                  <a:lumMod val="50000"/>
                </a:schemeClr>
              </a:solidFill>
            </a:endParaRPr>
          </a:p>
          <a:p>
            <a:r>
              <a:rPr lang="en-US" sz="1600" dirty="0">
                <a:solidFill>
                  <a:schemeClr val="tx1">
                    <a:lumMod val="50000"/>
                  </a:schemeClr>
                </a:solidFill>
              </a:rPr>
              <a:t>STEPHEN KARIUKI – SCT212-0527/2022</a:t>
            </a:r>
            <a:endParaRPr lang="en-US" sz="1600" dirty="0">
              <a:solidFill>
                <a:schemeClr val="tx1">
                  <a:lumMod val="50000"/>
                </a:schemeClr>
              </a:solidFill>
            </a:endParaRPr>
          </a:p>
          <a:p>
            <a:r>
              <a:rPr lang="en-US" sz="1600" dirty="0">
                <a:solidFill>
                  <a:schemeClr val="tx1">
                    <a:lumMod val="50000"/>
                  </a:schemeClr>
                </a:solidFill>
              </a:rPr>
              <a:t>ANOLD MACHARIA - SCT212-0727/2022</a:t>
            </a:r>
            <a:endParaRPr lang="en-US" sz="1600" dirty="0">
              <a:solidFill>
                <a:schemeClr val="tx1">
                  <a:lumMod val="50000"/>
                </a:schemeClr>
              </a:solidFill>
            </a:endParaRPr>
          </a:p>
          <a:p>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433015" y="585196"/>
            <a:ext cx="3781080" cy="754907"/>
          </a:xfrm>
          <a:prstGeom prst="rect">
            <a:avLst/>
          </a:prstGeom>
          <a:noFill/>
          <a:ln w="0">
            <a:noFill/>
          </a:ln>
        </p:spPr>
        <p:txBody>
          <a:bodyPr lIns="91440" tIns="91440" rIns="91440" bIns="91440" anchor="b">
            <a:normAutofit/>
          </a:bodyPr>
          <a:lstStyle/>
          <a:p>
            <a:pPr indent="0">
              <a:lnSpc>
                <a:spcPct val="100000"/>
              </a:lnSpc>
              <a:buNone/>
              <a:tabLst>
                <a:tab pos="0" algn="l"/>
              </a:tabLst>
            </a:pPr>
            <a:r>
              <a:rPr lang="en-GB" sz="3500" b="1" strike="noStrike" spc="-1" dirty="0">
                <a:solidFill>
                  <a:srgbClr val="002060"/>
                </a:solidFill>
                <a:latin typeface="Outfit"/>
                <a:ea typeface="Outfit"/>
              </a:rPr>
              <a:t>Introduction</a:t>
            </a:r>
            <a:endParaRPr lang="fr-FR" sz="3500" b="0" strike="noStrike" spc="-1" dirty="0">
              <a:solidFill>
                <a:srgbClr val="002060"/>
              </a:solidFill>
              <a:latin typeface="Arial" panose="020B0604020202020204"/>
            </a:endParaRPr>
          </a:p>
        </p:txBody>
      </p:sp>
      <p:sp>
        <p:nvSpPr>
          <p:cNvPr id="273" name="PlaceHolder 2"/>
          <p:cNvSpPr>
            <a:spLocks noGrp="1"/>
          </p:cNvSpPr>
          <p:nvPr>
            <p:ph type="subTitle"/>
          </p:nvPr>
        </p:nvSpPr>
        <p:spPr>
          <a:xfrm>
            <a:off x="266761" y="1572859"/>
            <a:ext cx="4762440" cy="2907701"/>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600" b="0" strike="noStrike" spc="-1" dirty="0">
                <a:solidFill>
                  <a:schemeClr val="tx1">
                    <a:lumMod val="50000"/>
                  </a:schemeClr>
                </a:solidFill>
                <a:latin typeface="DM Sans"/>
                <a:ea typeface="DM Sans"/>
              </a:rPr>
              <a:t>This presentation outlines Royal SafeTravel, a ride-hailing app that prioritizes user safety by integrating professional security services for passengers. </a:t>
            </a:r>
            <a:endParaRPr lang="en-GB" sz="1600" b="0" strike="noStrike" spc="-1" dirty="0">
              <a:solidFill>
                <a:schemeClr val="tx1">
                  <a:lumMod val="50000"/>
                </a:schemeClr>
              </a:solidFill>
              <a:latin typeface="DM Sans"/>
              <a:ea typeface="DM Sans"/>
            </a:endParaRPr>
          </a:p>
          <a:p>
            <a:pPr indent="0">
              <a:lnSpc>
                <a:spcPct val="100000"/>
              </a:lnSpc>
              <a:buNone/>
              <a:tabLst>
                <a:tab pos="0" algn="l"/>
              </a:tabLst>
            </a:pPr>
            <a:r>
              <a:rPr lang="en-GB" sz="1600" b="0" strike="noStrike" spc="-1" dirty="0">
                <a:solidFill>
                  <a:schemeClr val="tx1">
                    <a:lumMod val="50000"/>
                  </a:schemeClr>
                </a:solidFill>
                <a:latin typeface="DM Sans"/>
                <a:ea typeface="DM Sans"/>
              </a:rPr>
              <a:t>Amid rising concerns about personal safety in transportation, the application proposes a unique solution that enhances security for vulnerable individuals, ensuring a safer travel experience through real-time monitoring and trained escorts.</a:t>
            </a:r>
            <a:endParaRPr lang="en-US" sz="1600" b="0" strike="noStrike" spc="-1" dirty="0">
              <a:solidFill>
                <a:schemeClr val="tx1">
                  <a:lumMod val="50000"/>
                </a:schemeClr>
              </a:solidFill>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PlaceHolder 1"/>
          <p:cNvSpPr>
            <a:spLocks noGrp="1"/>
          </p:cNvSpPr>
          <p:nvPr>
            <p:ph type="title"/>
          </p:nvPr>
        </p:nvSpPr>
        <p:spPr>
          <a:xfrm>
            <a:off x="73980" y="382384"/>
            <a:ext cx="4343040" cy="96768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2800" b="1" spc="-1" dirty="0">
                <a:solidFill>
                  <a:srgbClr val="002060"/>
                </a:solidFill>
                <a:latin typeface="Outfit"/>
              </a:rPr>
              <a:t>SECURITY CONCERNS IN RIDE HAILING</a:t>
            </a:r>
            <a:endParaRPr lang="fr-FR" sz="2800" b="0" strike="noStrike" spc="-1" dirty="0">
              <a:solidFill>
                <a:srgbClr val="002060"/>
              </a:solidFill>
              <a:latin typeface="Arial" panose="020B0604020202020204"/>
            </a:endParaRPr>
          </a:p>
        </p:txBody>
      </p:sp>
      <p:grpSp>
        <p:nvGrpSpPr>
          <p:cNvPr id="277" name="Google Shape;432;p40"/>
          <p:cNvGrpSpPr/>
          <p:nvPr/>
        </p:nvGrpSpPr>
        <p:grpSpPr>
          <a:xfrm>
            <a:off x="5104800" y="-153360"/>
            <a:ext cx="4218480" cy="6000480"/>
            <a:chOff x="5104800" y="-153360"/>
            <a:chExt cx="4218480" cy="6000480"/>
          </a:xfrm>
        </p:grpSpPr>
        <p:sp>
          <p:nvSpPr>
            <p:cNvPr id="278" name="Google Shape;433;p40"/>
            <p:cNvSpPr/>
            <p:nvPr/>
          </p:nvSpPr>
          <p:spPr>
            <a:xfrm>
              <a:off x="707508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79" name="Google Shape;434;p40"/>
            <p:cNvSpPr/>
            <p:nvPr/>
          </p:nvSpPr>
          <p:spPr>
            <a:xfrm>
              <a:off x="70261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0" name="Google Shape;435;p40"/>
            <p:cNvSpPr/>
            <p:nvPr/>
          </p:nvSpPr>
          <p:spPr>
            <a:xfrm>
              <a:off x="66067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1" name="Google Shape;436;p40"/>
            <p:cNvSpPr/>
            <p:nvPr/>
          </p:nvSpPr>
          <p:spPr>
            <a:xfrm>
              <a:off x="6139080" y="13708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2" name="Google Shape;437;p40"/>
            <p:cNvSpPr/>
            <p:nvPr/>
          </p:nvSpPr>
          <p:spPr>
            <a:xfrm>
              <a:off x="5732280" y="874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3" name="Google Shape;438;p40"/>
            <p:cNvSpPr/>
            <p:nvPr/>
          </p:nvSpPr>
          <p:spPr>
            <a:xfrm>
              <a:off x="7480800" y="990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4" name="Google Shape;439;p40"/>
            <p:cNvSpPr/>
            <p:nvPr/>
          </p:nvSpPr>
          <p:spPr>
            <a:xfrm>
              <a:off x="707508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5" name="Google Shape;440;p40"/>
            <p:cNvSpPr/>
            <p:nvPr/>
          </p:nvSpPr>
          <p:spPr>
            <a:xfrm>
              <a:off x="7962480" y="1404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6" name="Google Shape;441;p40"/>
            <p:cNvSpPr/>
            <p:nvPr/>
          </p:nvSpPr>
          <p:spPr>
            <a:xfrm rot="10800000" flipH="1">
              <a:off x="6035760" y="3125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7" name="Google Shape;442;p40"/>
            <p:cNvSpPr/>
            <p:nvPr/>
          </p:nvSpPr>
          <p:spPr>
            <a:xfrm rot="10800000" flipH="1">
              <a:off x="6354720" y="41025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8" name="Google Shape;443;p40"/>
            <p:cNvSpPr/>
            <p:nvPr/>
          </p:nvSpPr>
          <p:spPr>
            <a:xfrm rot="10800000" flipH="1">
              <a:off x="5731920" y="4879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89" name="Google Shape;444;p40"/>
            <p:cNvSpPr/>
            <p:nvPr/>
          </p:nvSpPr>
          <p:spPr>
            <a:xfrm rot="10800000" flipH="1">
              <a:off x="6682680" y="3515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0" name="Google Shape;445;p40"/>
            <p:cNvSpPr/>
            <p:nvPr/>
          </p:nvSpPr>
          <p:spPr>
            <a:xfrm rot="10800000" flipH="1">
              <a:off x="5104440" y="4434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1" name="Google Shape;446;p40"/>
            <p:cNvSpPr/>
            <p:nvPr/>
          </p:nvSpPr>
          <p:spPr>
            <a:xfrm>
              <a:off x="8484840" y="2438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2" name="Google Shape;447;p40"/>
            <p:cNvSpPr/>
            <p:nvPr/>
          </p:nvSpPr>
          <p:spPr>
            <a:xfrm>
              <a:off x="8038440" y="2921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3" name="Google Shape;448;p40"/>
            <p:cNvSpPr/>
            <p:nvPr/>
          </p:nvSpPr>
          <p:spPr>
            <a:xfrm rot="10800000" flipH="1">
              <a:off x="7853040" y="3962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294" name="Google Shape;449;p40"/>
            <p:cNvSpPr/>
            <p:nvPr/>
          </p:nvSpPr>
          <p:spPr>
            <a:xfrm rot="10800000" flipH="1">
              <a:off x="8260920" y="4434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 name="TextBox 1"/>
          <p:cNvSpPr txBox="1"/>
          <p:nvPr/>
        </p:nvSpPr>
        <p:spPr>
          <a:xfrm>
            <a:off x="133004" y="1753985"/>
            <a:ext cx="4513811" cy="2062103"/>
          </a:xfrm>
          <a:prstGeom prst="rect">
            <a:avLst/>
          </a:prstGeom>
          <a:noFill/>
        </p:spPr>
        <p:txBody>
          <a:bodyPr wrap="square" rtlCol="0">
            <a:spAutoFit/>
          </a:bodyPr>
          <a:lstStyle/>
          <a:p>
            <a:pPr marL="285750" indent="-285750">
              <a:buFont typeface="Arial" panose="020B0604020202020204" pitchFamily="34" charset="0"/>
              <a:buChar char="•"/>
            </a:pPr>
            <a:r>
              <a:rPr lang="en-US" sz="1600" dirty="0">
                <a:solidFill>
                  <a:schemeClr val="tx1">
                    <a:lumMod val="50000"/>
                  </a:schemeClr>
                </a:solidFill>
              </a:rPr>
              <a:t>Rise of security threats in ride-hailing services.</a:t>
            </a:r>
            <a:endParaRPr lang="en-US" sz="1600" dirty="0">
              <a:solidFill>
                <a:schemeClr val="tx1">
                  <a:lumMod val="50000"/>
                </a:schemeClr>
              </a:solidFill>
            </a:endParaRPr>
          </a:p>
          <a:p>
            <a:pPr marL="285750" indent="-285750">
              <a:buFont typeface="Arial" panose="020B0604020202020204" pitchFamily="34" charset="0"/>
              <a:buChar char="•"/>
            </a:pPr>
            <a:r>
              <a:rPr lang="en-US" sz="1600" dirty="0">
                <a:solidFill>
                  <a:schemeClr val="tx1">
                    <a:lumMod val="50000"/>
                  </a:schemeClr>
                </a:solidFill>
              </a:rPr>
              <a:t>Assault, theft, and unverified drivers create risks for passengers.</a:t>
            </a:r>
            <a:endParaRPr lang="en-US" sz="1600" dirty="0">
              <a:solidFill>
                <a:schemeClr val="tx1">
                  <a:lumMod val="50000"/>
                </a:schemeClr>
              </a:solidFill>
            </a:endParaRPr>
          </a:p>
          <a:p>
            <a:pPr marL="285750" indent="-285750">
              <a:buFont typeface="Arial" panose="020B0604020202020204" pitchFamily="34" charset="0"/>
              <a:buChar char="•"/>
            </a:pPr>
            <a:r>
              <a:rPr lang="en-US" sz="1600" dirty="0">
                <a:solidFill>
                  <a:schemeClr val="tx1">
                    <a:lumMod val="50000"/>
                  </a:schemeClr>
                </a:solidFill>
              </a:rPr>
              <a:t>No dedicated security feature in existing ride-hailing platforms.</a:t>
            </a:r>
            <a:endParaRPr lang="en-US" sz="1600" dirty="0">
              <a:solidFill>
                <a:schemeClr val="tx1">
                  <a:lumMod val="50000"/>
                </a:schemeClr>
              </a:solidFill>
            </a:endParaRPr>
          </a:p>
          <a:p>
            <a:pPr marL="285750" indent="-285750">
              <a:buFont typeface="Arial" panose="020B0604020202020204" pitchFamily="34" charset="0"/>
              <a:buChar char="•"/>
            </a:pPr>
            <a:r>
              <a:rPr lang="en-US" sz="1600" dirty="0">
                <a:solidFill>
                  <a:schemeClr val="tx1">
                    <a:lumMod val="50000"/>
                  </a:schemeClr>
                </a:solidFill>
              </a:rPr>
              <a:t>High-risk individuals (executives, night travelers) need safer alternatives.</a:t>
            </a:r>
            <a:endParaRPr lang="en-US" sz="1600" dirty="0">
              <a:solidFill>
                <a:schemeClr val="tx1">
                  <a:lumMod val="50000"/>
                </a:schemeClr>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Google Shape;664;p50"/>
          <p:cNvSpPr/>
          <p:nvPr/>
        </p:nvSpPr>
        <p:spPr>
          <a:xfrm>
            <a:off x="5122080" y="1060200"/>
            <a:ext cx="3108960" cy="3108960"/>
          </a:xfrm>
          <a:prstGeom prst="ellipse">
            <a:avLst/>
          </a:prstGeom>
          <a:blipFill rotWithShape="0">
            <a:blip r:embed="rId1"/>
            <a:srcRect/>
            <a:stretch>
              <a:fill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297" name="PlaceHolder 1"/>
          <p:cNvSpPr>
            <a:spLocks noGrp="1"/>
          </p:cNvSpPr>
          <p:nvPr>
            <p:ph type="title"/>
          </p:nvPr>
        </p:nvSpPr>
        <p:spPr>
          <a:xfrm>
            <a:off x="0" y="133004"/>
            <a:ext cx="5527964" cy="1878675"/>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br>
              <a:rPr lang="en-GB" sz="2400" b="1" strike="noStrike" spc="-1" dirty="0">
                <a:solidFill>
                  <a:srgbClr val="002060"/>
                </a:solidFill>
                <a:latin typeface="Outfit"/>
                <a:ea typeface="Outfit"/>
              </a:rPr>
            </a:br>
            <a:r>
              <a:rPr lang="en-GB" sz="2400" b="1" u="sng" strike="noStrike" spc="-1" dirty="0">
                <a:solidFill>
                  <a:srgbClr val="002060"/>
                </a:solidFill>
                <a:latin typeface="Outfit"/>
                <a:ea typeface="Outfit"/>
              </a:rPr>
              <a:t>OBJECTIVES</a:t>
            </a:r>
            <a:br>
              <a:rPr lang="en-GB" sz="2400" b="1" u="sng" strike="noStrike" spc="-1" dirty="0">
                <a:solidFill>
                  <a:srgbClr val="002060"/>
                </a:solidFill>
                <a:latin typeface="Outfit"/>
                <a:ea typeface="Outfit"/>
              </a:rPr>
            </a:br>
            <a:br>
              <a:rPr lang="en-GB" sz="2400" b="1" strike="noStrike" spc="-1" dirty="0">
                <a:solidFill>
                  <a:srgbClr val="002060"/>
                </a:solidFill>
                <a:latin typeface="Outfit"/>
                <a:ea typeface="Outfit"/>
              </a:rPr>
            </a:br>
            <a:r>
              <a:rPr lang="en-GB" sz="2400" b="1" strike="noStrike" spc="-1" dirty="0">
                <a:solidFill>
                  <a:srgbClr val="002060"/>
                </a:solidFill>
                <a:latin typeface="Outfit"/>
                <a:ea typeface="Outfit"/>
              </a:rPr>
              <a:t>1.Develop a secure and reliable ride-hailing platform</a:t>
            </a:r>
            <a:endParaRPr lang="fr-FR" sz="2400" b="0" strike="noStrike" spc="-1" dirty="0">
              <a:solidFill>
                <a:srgbClr val="002060"/>
              </a:solidFill>
              <a:latin typeface="Arial" panose="020B0604020202020204"/>
            </a:endParaRPr>
          </a:p>
        </p:txBody>
      </p:sp>
      <p:sp>
        <p:nvSpPr>
          <p:cNvPr id="298" name="PlaceHolder 2"/>
          <p:cNvSpPr>
            <a:spLocks noGrp="1"/>
          </p:cNvSpPr>
          <p:nvPr>
            <p:ph type="subTitle"/>
          </p:nvPr>
        </p:nvSpPr>
        <p:spPr>
          <a:xfrm>
            <a:off x="-149629" y="2011679"/>
            <a:ext cx="5104014" cy="1961805"/>
          </a:xfrm>
          <a:prstGeom prst="rect">
            <a:avLst/>
          </a:prstGeom>
          <a:noFill/>
          <a:ln w="0">
            <a:noFill/>
          </a:ln>
        </p:spPr>
        <p:txBody>
          <a:bodyPr lIns="91440" tIns="91440" rIns="91440" bIns="91440" anchor="t">
            <a:normAutofit fontScale="89983"/>
          </a:bodyPr>
          <a:lstStyle/>
          <a:p>
            <a:pPr indent="0">
              <a:lnSpc>
                <a:spcPct val="100000"/>
              </a:lnSpc>
              <a:buNone/>
              <a:tabLst>
                <a:tab pos="0" algn="l"/>
              </a:tabLst>
            </a:pPr>
            <a:r>
              <a:rPr lang="en-GB" sz="1600" b="0" strike="noStrike" spc="-1" dirty="0">
                <a:solidFill>
                  <a:srgbClr val="0A0D10"/>
                </a:solidFill>
                <a:latin typeface="DM Sans"/>
                <a:ea typeface="DM Sans"/>
              </a:rPr>
              <a:t>The primary objective of Royal SafeTravel is to establish a robust ride-hailing platform that prioritizes passenger safety through integrated security features. </a:t>
            </a:r>
            <a:endParaRPr lang="en-GB" sz="1600" b="0" strike="noStrike" spc="-1" dirty="0">
              <a:solidFill>
                <a:srgbClr val="0A0D10"/>
              </a:solidFill>
              <a:latin typeface="DM Sans"/>
              <a:ea typeface="DM Sans"/>
            </a:endParaRPr>
          </a:p>
          <a:p>
            <a:pPr indent="0">
              <a:lnSpc>
                <a:spcPct val="100000"/>
              </a:lnSpc>
              <a:buNone/>
              <a:tabLst>
                <a:tab pos="0" algn="l"/>
              </a:tabLst>
            </a:pPr>
            <a:endParaRPr lang="en-GB" sz="1600" b="0" strike="noStrike" spc="-1" dirty="0">
              <a:solidFill>
                <a:srgbClr val="0A0D10"/>
              </a:solidFill>
              <a:latin typeface="DM Sans"/>
              <a:ea typeface="DM Sans"/>
            </a:endParaRPr>
          </a:p>
          <a:p>
            <a:pPr indent="0">
              <a:lnSpc>
                <a:spcPct val="100000"/>
              </a:lnSpc>
              <a:buNone/>
              <a:tabLst>
                <a:tab pos="0" algn="l"/>
              </a:tabLst>
            </a:pPr>
            <a:r>
              <a:rPr lang="en-GB" sz="1600" b="0" strike="noStrike" spc="-1" dirty="0">
                <a:solidFill>
                  <a:srgbClr val="0A0D10"/>
                </a:solidFill>
                <a:latin typeface="DM Sans"/>
                <a:ea typeface="DM Sans"/>
              </a:rPr>
              <a:t>This includes </a:t>
            </a:r>
            <a:r>
              <a:rPr lang="en-GB" sz="1600" b="1" i="1" strike="noStrike" spc="-1" dirty="0">
                <a:solidFill>
                  <a:srgbClr val="0A0D10"/>
                </a:solidFill>
                <a:latin typeface="DM Sans"/>
                <a:ea typeface="DM Sans"/>
              </a:rPr>
              <a:t>real-time tracking</a:t>
            </a:r>
            <a:r>
              <a:rPr lang="en-GB" sz="1600" b="0" strike="noStrike" spc="-1" dirty="0">
                <a:solidFill>
                  <a:srgbClr val="0A0D10"/>
                </a:solidFill>
                <a:latin typeface="DM Sans"/>
                <a:ea typeface="DM Sans"/>
              </a:rPr>
              <a:t>, </a:t>
            </a:r>
            <a:r>
              <a:rPr lang="en-GB" sz="1600" b="1" i="1" strike="noStrike" spc="-1" dirty="0">
                <a:solidFill>
                  <a:srgbClr val="0A0D10"/>
                </a:solidFill>
                <a:latin typeface="DM Sans"/>
                <a:ea typeface="DM Sans"/>
              </a:rPr>
              <a:t>emergency response capabilities</a:t>
            </a:r>
            <a:r>
              <a:rPr lang="en-GB" sz="1600" b="0" strike="noStrike" spc="-1" dirty="0">
                <a:solidFill>
                  <a:srgbClr val="0A0D10"/>
                </a:solidFill>
                <a:latin typeface="DM Sans"/>
                <a:ea typeface="DM Sans"/>
              </a:rPr>
              <a:t>, and </a:t>
            </a:r>
            <a:r>
              <a:rPr lang="en-GB" sz="1600" b="1" i="1" strike="noStrike" spc="-1" dirty="0">
                <a:solidFill>
                  <a:srgbClr val="0A0D10"/>
                </a:solidFill>
                <a:latin typeface="DM Sans"/>
                <a:ea typeface="DM Sans"/>
              </a:rPr>
              <a:t>data security measures </a:t>
            </a:r>
            <a:r>
              <a:rPr lang="en-GB" sz="1600" b="0" strike="noStrike" spc="-1" dirty="0">
                <a:solidFill>
                  <a:srgbClr val="0A0D10"/>
                </a:solidFill>
                <a:latin typeface="DM Sans"/>
                <a:ea typeface="DM Sans"/>
              </a:rPr>
              <a:t>to build trust among users.</a:t>
            </a:r>
            <a:endParaRPr lang="en-US" sz="1600" b="0" strike="noStrike" spc="-1" dirty="0">
              <a:solidFill>
                <a:srgbClr val="0A0D10"/>
              </a:solidFill>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3435480" y="357120"/>
            <a:ext cx="4815360" cy="856538"/>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2800" b="1" strike="noStrike" spc="-1" dirty="0">
                <a:solidFill>
                  <a:srgbClr val="002060"/>
                </a:solidFill>
                <a:latin typeface="Outfit"/>
                <a:ea typeface="Outfit"/>
              </a:rPr>
              <a:t>2.Integrate optional security escort service</a:t>
            </a:r>
            <a:endParaRPr lang="fr-FR" sz="2800" b="0" strike="noStrike" spc="-1" dirty="0">
              <a:solidFill>
                <a:srgbClr val="002060"/>
              </a:solidFill>
              <a:latin typeface="Arial" panose="020B0604020202020204"/>
            </a:endParaRPr>
          </a:p>
        </p:txBody>
      </p:sp>
      <p:sp>
        <p:nvSpPr>
          <p:cNvPr id="300" name="PlaceHolder 2"/>
          <p:cNvSpPr>
            <a:spLocks noGrp="1"/>
          </p:cNvSpPr>
          <p:nvPr>
            <p:ph type="subTitle"/>
          </p:nvPr>
        </p:nvSpPr>
        <p:spPr>
          <a:xfrm>
            <a:off x="3087719" y="1604356"/>
            <a:ext cx="5971681" cy="2557964"/>
          </a:xfrm>
          <a:prstGeom prst="rect">
            <a:avLst/>
          </a:prstGeom>
          <a:noFill/>
          <a:ln w="0">
            <a:noFill/>
          </a:ln>
        </p:spPr>
        <p:txBody>
          <a:bodyPr lIns="91440" tIns="91440" rIns="91440" bIns="91440" anchor="t">
            <a:normAutofit fontScale="93168"/>
          </a:bodyPr>
          <a:lstStyle/>
          <a:p>
            <a:pPr indent="0">
              <a:lnSpc>
                <a:spcPct val="100000"/>
              </a:lnSpc>
              <a:buNone/>
              <a:tabLst>
                <a:tab pos="0" algn="l"/>
              </a:tabLst>
            </a:pPr>
            <a:r>
              <a:rPr lang="en-GB" sz="1800" b="0" strike="noStrike" spc="-1" dirty="0">
                <a:solidFill>
                  <a:schemeClr val="tx1">
                    <a:lumMod val="50000"/>
                  </a:schemeClr>
                </a:solidFill>
                <a:latin typeface="DM Sans"/>
                <a:ea typeface="DM Sans"/>
              </a:rPr>
              <a:t>This feature targets individuals such as </a:t>
            </a:r>
            <a:r>
              <a:rPr lang="en-GB" sz="1800" b="1" strike="noStrike" spc="-1" dirty="0">
                <a:solidFill>
                  <a:schemeClr val="tx1">
                    <a:lumMod val="50000"/>
                  </a:schemeClr>
                </a:solidFill>
                <a:latin typeface="DM Sans"/>
                <a:ea typeface="DM Sans"/>
              </a:rPr>
              <a:t>corporate executives</a:t>
            </a:r>
            <a:r>
              <a:rPr lang="en-GB" sz="1800" b="0" strike="noStrike" spc="-1" dirty="0">
                <a:solidFill>
                  <a:schemeClr val="tx1">
                    <a:lumMod val="50000"/>
                  </a:schemeClr>
                </a:solidFill>
                <a:latin typeface="DM Sans"/>
                <a:ea typeface="DM Sans"/>
              </a:rPr>
              <a:t>, </a:t>
            </a:r>
            <a:r>
              <a:rPr lang="en-GB" sz="1800" b="1" strike="noStrike" spc="-1" dirty="0">
                <a:solidFill>
                  <a:schemeClr val="tx1">
                    <a:lumMod val="50000"/>
                  </a:schemeClr>
                </a:solidFill>
                <a:latin typeface="DM Sans"/>
                <a:ea typeface="DM Sans"/>
              </a:rPr>
              <a:t>late-night travelers</a:t>
            </a:r>
            <a:r>
              <a:rPr lang="en-GB" sz="1800" b="0" strike="noStrike" spc="-1" dirty="0">
                <a:solidFill>
                  <a:schemeClr val="tx1">
                    <a:lumMod val="50000"/>
                  </a:schemeClr>
                </a:solidFill>
                <a:latin typeface="DM Sans"/>
                <a:ea typeface="DM Sans"/>
              </a:rPr>
              <a:t>, and those at </a:t>
            </a:r>
            <a:r>
              <a:rPr lang="en-GB" sz="1800" b="1" strike="noStrike" spc="-1" dirty="0">
                <a:solidFill>
                  <a:schemeClr val="tx1">
                    <a:lumMod val="50000"/>
                  </a:schemeClr>
                </a:solidFill>
                <a:latin typeface="DM Sans"/>
                <a:ea typeface="DM Sans"/>
              </a:rPr>
              <a:t>higher risk of safety threats</a:t>
            </a:r>
            <a:r>
              <a:rPr lang="en-GB" sz="1800" b="0" strike="noStrike" spc="-1" dirty="0">
                <a:solidFill>
                  <a:schemeClr val="tx1">
                    <a:lumMod val="50000"/>
                  </a:schemeClr>
                </a:solidFill>
                <a:latin typeface="DM Sans"/>
                <a:ea typeface="DM Sans"/>
              </a:rPr>
              <a:t>. By having trained security escorts, the application enhances the overall safety experience during rides, allowing users to feel more secure.</a:t>
            </a:r>
            <a:endParaRPr lang="en-US" sz="1800" b="0" strike="noStrike" spc="-1" dirty="0">
              <a:solidFill>
                <a:schemeClr val="tx1">
                  <a:lumMod val="50000"/>
                </a:schemeClr>
              </a:solidFill>
              <a:latin typeface="OpenSymbol"/>
            </a:endParaRPr>
          </a:p>
        </p:txBody>
      </p:sp>
      <p:grpSp>
        <p:nvGrpSpPr>
          <p:cNvPr id="301" name="Google Shape;406;p39"/>
          <p:cNvGrpSpPr/>
          <p:nvPr/>
        </p:nvGrpSpPr>
        <p:grpSpPr>
          <a:xfrm>
            <a:off x="-541800" y="-622440"/>
            <a:ext cx="4135320" cy="6091200"/>
            <a:chOff x="-541800" y="-622440"/>
            <a:chExt cx="4135320" cy="6091200"/>
          </a:xfrm>
        </p:grpSpPr>
        <p:sp>
          <p:nvSpPr>
            <p:cNvPr id="302" name="Google Shape;407;p39"/>
            <p:cNvSpPr/>
            <p:nvPr/>
          </p:nvSpPr>
          <p:spPr>
            <a:xfrm rot="10800000">
              <a:off x="84600" y="4042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3" name="Google Shape;408;p39"/>
            <p:cNvSpPr/>
            <p:nvPr/>
          </p:nvSpPr>
          <p:spPr>
            <a:xfrm rot="10800000">
              <a:off x="993960" y="4575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4" name="Google Shape;409;p39"/>
            <p:cNvSpPr/>
            <p:nvPr/>
          </p:nvSpPr>
          <p:spPr>
            <a:xfrm rot="10800000">
              <a:off x="204084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5" name="Google Shape;410;p39"/>
            <p:cNvSpPr/>
            <p:nvPr/>
          </p:nvSpPr>
          <p:spPr>
            <a:xfrm rot="10800000">
              <a:off x="-54180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6" name="Google Shape;411;p39"/>
            <p:cNvSpPr/>
            <p:nvPr/>
          </p:nvSpPr>
          <p:spPr>
            <a:xfrm flipH="1">
              <a:off x="992880" y="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7" name="Google Shape;412;p39"/>
            <p:cNvSpPr/>
            <p:nvPr/>
          </p:nvSpPr>
          <p:spPr>
            <a:xfrm flipH="1">
              <a:off x="712440" y="227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8" name="Google Shape;413;p39"/>
            <p:cNvSpPr/>
            <p:nvPr/>
          </p:nvSpPr>
          <p:spPr>
            <a:xfrm flipH="1">
              <a:off x="420840" y="1778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09" name="Google Shape;414;p39"/>
            <p:cNvSpPr/>
            <p:nvPr/>
          </p:nvSpPr>
          <p:spPr>
            <a:xfrm flipH="1">
              <a:off x="1611000" y="1474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0" name="Google Shape;415;p39"/>
            <p:cNvSpPr/>
            <p:nvPr/>
          </p:nvSpPr>
          <p:spPr>
            <a:xfrm flipH="1">
              <a:off x="2597040" y="-622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1" name="Google Shape;416;p39"/>
            <p:cNvSpPr/>
            <p:nvPr/>
          </p:nvSpPr>
          <p:spPr>
            <a:xfrm flipH="1">
              <a:off x="1259280" y="26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2" name="Google Shape;417;p39"/>
            <p:cNvSpPr/>
            <p:nvPr/>
          </p:nvSpPr>
          <p:spPr>
            <a:xfrm flipH="1">
              <a:off x="2180160" y="-138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3" name="Google Shape;418;p39"/>
            <p:cNvSpPr/>
            <p:nvPr/>
          </p:nvSpPr>
          <p:spPr>
            <a:xfrm rot="10800000">
              <a:off x="1759320" y="40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4" name="Google Shape;419;p39"/>
            <p:cNvSpPr/>
            <p:nvPr/>
          </p:nvSpPr>
          <p:spPr>
            <a:xfrm rot="10800000">
              <a:off x="2368080" y="2651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5" name="Google Shape;420;p39"/>
            <p:cNvSpPr/>
            <p:nvPr/>
          </p:nvSpPr>
          <p:spPr>
            <a:xfrm rot="10800000">
              <a:off x="503640" y="3558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6" name="Google Shape;421;p39"/>
            <p:cNvSpPr/>
            <p:nvPr/>
          </p:nvSpPr>
          <p:spPr>
            <a:xfrm rot="10800000">
              <a:off x="1759320" y="450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7" name="Google Shape;422;p39"/>
            <p:cNvSpPr/>
            <p:nvPr/>
          </p:nvSpPr>
          <p:spPr>
            <a:xfrm flipH="1">
              <a:off x="-126360" y="53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18" name="Google Shape;423;p39"/>
            <p:cNvSpPr/>
            <p:nvPr/>
          </p:nvSpPr>
          <p:spPr>
            <a:xfrm flipH="1">
              <a:off x="2754720" y="3194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PlaceHolder 1"/>
          <p:cNvSpPr>
            <a:spLocks noGrp="1"/>
          </p:cNvSpPr>
          <p:nvPr>
            <p:ph type="title"/>
          </p:nvPr>
        </p:nvSpPr>
        <p:spPr>
          <a:xfrm>
            <a:off x="3206520" y="225179"/>
            <a:ext cx="5533953" cy="1200062"/>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2800" b="1" strike="noStrike" spc="-1" dirty="0">
                <a:solidFill>
                  <a:srgbClr val="002060"/>
                </a:solidFill>
                <a:latin typeface="Outfit"/>
                <a:ea typeface="Outfit"/>
              </a:rPr>
              <a:t>3.Utilize modern web technologies for tracking</a:t>
            </a:r>
            <a:endParaRPr lang="fr-FR" sz="2800" b="0" strike="noStrike" spc="-1" dirty="0">
              <a:solidFill>
                <a:srgbClr val="002060"/>
              </a:solidFill>
              <a:latin typeface="Arial" panose="020B0604020202020204"/>
            </a:endParaRPr>
          </a:p>
        </p:txBody>
      </p:sp>
      <p:sp>
        <p:nvSpPr>
          <p:cNvPr id="321" name="PlaceHolder 2"/>
          <p:cNvSpPr>
            <a:spLocks noGrp="1"/>
          </p:cNvSpPr>
          <p:nvPr>
            <p:ph type="subTitle"/>
          </p:nvPr>
        </p:nvSpPr>
        <p:spPr>
          <a:xfrm>
            <a:off x="3309119" y="1704109"/>
            <a:ext cx="5431354" cy="2593571"/>
          </a:xfrm>
          <a:prstGeom prst="rect">
            <a:avLst/>
          </a:prstGeom>
          <a:noFill/>
          <a:ln w="0">
            <a:noFill/>
          </a:ln>
        </p:spPr>
        <p:txBody>
          <a:bodyPr lIns="91440" tIns="91440" rIns="91440" bIns="91440" anchor="t">
            <a:normAutofit fontScale="94413"/>
          </a:bodyPr>
          <a:lstStyle/>
          <a:p>
            <a:pPr indent="0">
              <a:lnSpc>
                <a:spcPct val="100000"/>
              </a:lnSpc>
              <a:buNone/>
              <a:tabLst>
                <a:tab pos="0" algn="l"/>
              </a:tabLst>
            </a:pPr>
            <a:r>
              <a:rPr lang="en-GB" sz="1700" b="0" strike="noStrike" spc="-1" dirty="0">
                <a:solidFill>
                  <a:schemeClr val="tx1">
                    <a:lumMod val="50000"/>
                  </a:schemeClr>
                </a:solidFill>
                <a:latin typeface="DM Sans"/>
                <a:ea typeface="DM Sans"/>
              </a:rPr>
              <a:t>Royal SafeTravel leverages advanced web technologies to provide real-time trip monitoring and tracking capabilities. The integration of tools such as WebSockets and Google Maps API enables users to view their ride's location live, offering transparency and reassurance during their journey</a:t>
            </a:r>
            <a:r>
              <a:rPr lang="en-GB" sz="1600" b="0" strike="noStrike" spc="-1" dirty="0">
                <a:solidFill>
                  <a:schemeClr val="dk1"/>
                </a:solidFill>
                <a:latin typeface="DM Sans"/>
                <a:ea typeface="DM Sans"/>
              </a:rPr>
              <a:t>. </a:t>
            </a:r>
            <a:endParaRPr lang="en-US" sz="1600" b="0" strike="noStrike" spc="-1" dirty="0">
              <a:solidFill>
                <a:srgbClr val="000000"/>
              </a:solidFill>
              <a:latin typeface="OpenSymbol"/>
            </a:endParaRPr>
          </a:p>
        </p:txBody>
      </p:sp>
      <p:grpSp>
        <p:nvGrpSpPr>
          <p:cNvPr id="322" name="Google Shape;406;p39"/>
          <p:cNvGrpSpPr/>
          <p:nvPr/>
        </p:nvGrpSpPr>
        <p:grpSpPr>
          <a:xfrm>
            <a:off x="-541800" y="-622440"/>
            <a:ext cx="4135320" cy="6091200"/>
            <a:chOff x="-541800" y="-622440"/>
            <a:chExt cx="4135320" cy="6091200"/>
          </a:xfrm>
        </p:grpSpPr>
        <p:sp>
          <p:nvSpPr>
            <p:cNvPr id="323" name="Google Shape;407;p39"/>
            <p:cNvSpPr/>
            <p:nvPr/>
          </p:nvSpPr>
          <p:spPr>
            <a:xfrm rot="10800000">
              <a:off x="84600" y="4042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4" name="Google Shape;408;p39"/>
            <p:cNvSpPr/>
            <p:nvPr/>
          </p:nvSpPr>
          <p:spPr>
            <a:xfrm rot="10800000">
              <a:off x="993960" y="4575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5" name="Google Shape;409;p39"/>
            <p:cNvSpPr/>
            <p:nvPr/>
          </p:nvSpPr>
          <p:spPr>
            <a:xfrm rot="10800000">
              <a:off x="204084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6" name="Google Shape;410;p39"/>
            <p:cNvSpPr/>
            <p:nvPr/>
          </p:nvSpPr>
          <p:spPr>
            <a:xfrm rot="10800000">
              <a:off x="-54180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7" name="Google Shape;411;p39"/>
            <p:cNvSpPr/>
            <p:nvPr/>
          </p:nvSpPr>
          <p:spPr>
            <a:xfrm flipH="1">
              <a:off x="992880" y="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8" name="Google Shape;412;p39"/>
            <p:cNvSpPr/>
            <p:nvPr/>
          </p:nvSpPr>
          <p:spPr>
            <a:xfrm flipH="1">
              <a:off x="712440" y="227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29" name="Google Shape;413;p39"/>
            <p:cNvSpPr/>
            <p:nvPr/>
          </p:nvSpPr>
          <p:spPr>
            <a:xfrm flipH="1">
              <a:off x="420840" y="1778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0" name="Google Shape;414;p39"/>
            <p:cNvSpPr/>
            <p:nvPr/>
          </p:nvSpPr>
          <p:spPr>
            <a:xfrm flipH="1">
              <a:off x="1611000" y="1474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1" name="Google Shape;415;p39"/>
            <p:cNvSpPr/>
            <p:nvPr/>
          </p:nvSpPr>
          <p:spPr>
            <a:xfrm flipH="1">
              <a:off x="2597040" y="-622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2" name="Google Shape;416;p39"/>
            <p:cNvSpPr/>
            <p:nvPr/>
          </p:nvSpPr>
          <p:spPr>
            <a:xfrm flipH="1">
              <a:off x="1259280" y="26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3" name="Google Shape;417;p39"/>
            <p:cNvSpPr/>
            <p:nvPr/>
          </p:nvSpPr>
          <p:spPr>
            <a:xfrm flipH="1">
              <a:off x="2180160" y="-138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4" name="Google Shape;418;p39"/>
            <p:cNvSpPr/>
            <p:nvPr/>
          </p:nvSpPr>
          <p:spPr>
            <a:xfrm rot="10800000">
              <a:off x="1759320" y="40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5" name="Google Shape;419;p39"/>
            <p:cNvSpPr/>
            <p:nvPr/>
          </p:nvSpPr>
          <p:spPr>
            <a:xfrm rot="10800000">
              <a:off x="2368080" y="2651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6" name="Google Shape;420;p39"/>
            <p:cNvSpPr/>
            <p:nvPr/>
          </p:nvSpPr>
          <p:spPr>
            <a:xfrm rot="10800000">
              <a:off x="503640" y="3558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7" name="Google Shape;421;p39"/>
            <p:cNvSpPr/>
            <p:nvPr/>
          </p:nvSpPr>
          <p:spPr>
            <a:xfrm rot="10800000">
              <a:off x="1759320" y="450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8" name="Google Shape;422;p39"/>
            <p:cNvSpPr/>
            <p:nvPr/>
          </p:nvSpPr>
          <p:spPr>
            <a:xfrm flipH="1">
              <a:off x="-126360" y="53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39" name="Google Shape;423;p39"/>
            <p:cNvSpPr/>
            <p:nvPr/>
          </p:nvSpPr>
          <p:spPr>
            <a:xfrm flipH="1">
              <a:off x="2754720" y="3194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p:cNvSpPr>
          <p:nvPr>
            <p:ph type="title"/>
          </p:nvPr>
        </p:nvSpPr>
        <p:spPr>
          <a:xfrm>
            <a:off x="104940" y="532980"/>
            <a:ext cx="4343040" cy="914040"/>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GB" sz="5000" b="1" strike="noStrike" spc="-1" dirty="0">
                <a:solidFill>
                  <a:srgbClr val="002060"/>
                </a:solidFill>
                <a:latin typeface="Outfit"/>
                <a:ea typeface="Outfit"/>
              </a:rPr>
              <a:t>Key Features</a:t>
            </a:r>
            <a:endParaRPr lang="fr-FR" sz="5000" b="0" strike="noStrike" spc="-1" dirty="0">
              <a:solidFill>
                <a:srgbClr val="002060"/>
              </a:solidFill>
              <a:latin typeface="Arial" panose="020B0604020202020204"/>
            </a:endParaRPr>
          </a:p>
        </p:txBody>
      </p:sp>
      <p:grpSp>
        <p:nvGrpSpPr>
          <p:cNvPr id="344" name="Google Shape;432;p40"/>
          <p:cNvGrpSpPr/>
          <p:nvPr/>
        </p:nvGrpSpPr>
        <p:grpSpPr>
          <a:xfrm>
            <a:off x="5104800" y="-153360"/>
            <a:ext cx="4218480" cy="6000480"/>
            <a:chOff x="5104800" y="-153360"/>
            <a:chExt cx="4218480" cy="6000480"/>
          </a:xfrm>
        </p:grpSpPr>
        <p:sp>
          <p:nvSpPr>
            <p:cNvPr id="345" name="Google Shape;433;p40"/>
            <p:cNvSpPr/>
            <p:nvPr/>
          </p:nvSpPr>
          <p:spPr>
            <a:xfrm>
              <a:off x="7075080" y="2547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6" name="Google Shape;434;p40"/>
            <p:cNvSpPr/>
            <p:nvPr/>
          </p:nvSpPr>
          <p:spPr>
            <a:xfrm>
              <a:off x="7026120" y="-1533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7" name="Google Shape;435;p40"/>
            <p:cNvSpPr/>
            <p:nvPr/>
          </p:nvSpPr>
          <p:spPr>
            <a:xfrm>
              <a:off x="6606720" y="3186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8" name="Google Shape;436;p40"/>
            <p:cNvSpPr/>
            <p:nvPr/>
          </p:nvSpPr>
          <p:spPr>
            <a:xfrm>
              <a:off x="6139080" y="13708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49" name="Google Shape;437;p40"/>
            <p:cNvSpPr/>
            <p:nvPr/>
          </p:nvSpPr>
          <p:spPr>
            <a:xfrm>
              <a:off x="5732280" y="8744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0" name="Google Shape;438;p40"/>
            <p:cNvSpPr/>
            <p:nvPr/>
          </p:nvSpPr>
          <p:spPr>
            <a:xfrm>
              <a:off x="7480800" y="990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1" name="Google Shape;439;p40"/>
            <p:cNvSpPr/>
            <p:nvPr/>
          </p:nvSpPr>
          <p:spPr>
            <a:xfrm>
              <a:off x="7075080" y="20750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2" name="Google Shape;440;p40"/>
            <p:cNvSpPr/>
            <p:nvPr/>
          </p:nvSpPr>
          <p:spPr>
            <a:xfrm>
              <a:off x="7962480" y="14040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3" name="Google Shape;441;p40"/>
            <p:cNvSpPr/>
            <p:nvPr/>
          </p:nvSpPr>
          <p:spPr>
            <a:xfrm rot="10800000" flipH="1">
              <a:off x="6035760" y="3125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4" name="Google Shape;442;p40"/>
            <p:cNvSpPr/>
            <p:nvPr/>
          </p:nvSpPr>
          <p:spPr>
            <a:xfrm rot="10800000" flipH="1">
              <a:off x="6354720" y="41025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5" name="Google Shape;443;p40"/>
            <p:cNvSpPr/>
            <p:nvPr/>
          </p:nvSpPr>
          <p:spPr>
            <a:xfrm rot="10800000" flipH="1">
              <a:off x="5731920" y="4879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6" name="Google Shape;444;p40"/>
            <p:cNvSpPr/>
            <p:nvPr/>
          </p:nvSpPr>
          <p:spPr>
            <a:xfrm rot="10800000" flipH="1">
              <a:off x="6682680" y="3515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7" name="Google Shape;445;p40"/>
            <p:cNvSpPr/>
            <p:nvPr/>
          </p:nvSpPr>
          <p:spPr>
            <a:xfrm rot="10800000" flipH="1">
              <a:off x="5104440" y="4434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8" name="Google Shape;446;p40"/>
            <p:cNvSpPr/>
            <p:nvPr/>
          </p:nvSpPr>
          <p:spPr>
            <a:xfrm>
              <a:off x="8484840" y="24382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59" name="Google Shape;447;p40"/>
            <p:cNvSpPr/>
            <p:nvPr/>
          </p:nvSpPr>
          <p:spPr>
            <a:xfrm>
              <a:off x="8038440" y="292140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0" name="Google Shape;448;p40"/>
            <p:cNvSpPr/>
            <p:nvPr/>
          </p:nvSpPr>
          <p:spPr>
            <a:xfrm rot="10800000" flipH="1">
              <a:off x="7853040" y="39625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1" name="Google Shape;449;p40"/>
            <p:cNvSpPr/>
            <p:nvPr/>
          </p:nvSpPr>
          <p:spPr>
            <a:xfrm rot="10800000" flipH="1">
              <a:off x="8260920" y="44348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
        <p:nvSpPr>
          <p:cNvPr id="2" name="TextBox 1"/>
          <p:cNvSpPr txBox="1"/>
          <p:nvPr/>
        </p:nvSpPr>
        <p:spPr>
          <a:xfrm>
            <a:off x="104940" y="1670858"/>
            <a:ext cx="5626260" cy="2062103"/>
          </a:xfrm>
          <a:prstGeom prst="rect">
            <a:avLst/>
          </a:prstGeom>
          <a:noFill/>
        </p:spPr>
        <p:txBody>
          <a:bodyPr wrap="square" rtlCol="0">
            <a:spAutoFit/>
          </a:bodyPr>
          <a:lstStyle/>
          <a:p>
            <a:pPr marL="285750" indent="-285750">
              <a:buFont typeface="Arial" panose="020B0604020202020204" pitchFamily="34" charset="0"/>
              <a:buChar char="•"/>
            </a:pPr>
            <a:r>
              <a:rPr lang="en-US" sz="1600" b="1" dirty="0">
                <a:solidFill>
                  <a:schemeClr val="tx1">
                    <a:lumMod val="50000"/>
                  </a:schemeClr>
                </a:solidFill>
              </a:rPr>
              <a:t>User Authentication </a:t>
            </a:r>
            <a:r>
              <a:rPr lang="en-US" sz="1600" dirty="0">
                <a:solidFill>
                  <a:schemeClr val="tx1">
                    <a:lumMod val="50000"/>
                  </a:schemeClr>
                </a:solidFill>
              </a:rPr>
              <a:t>– Secure login with multi-factor authentication (MFA).</a:t>
            </a:r>
            <a:endParaRPr lang="en-US" sz="1600" dirty="0">
              <a:solidFill>
                <a:schemeClr val="tx1">
                  <a:lumMod val="50000"/>
                </a:schemeClr>
              </a:solidFill>
            </a:endParaRPr>
          </a:p>
          <a:p>
            <a:pPr marL="285750" indent="-285750">
              <a:buFont typeface="Arial" panose="020B0604020202020204" pitchFamily="34" charset="0"/>
              <a:buChar char="•"/>
            </a:pPr>
            <a:endParaRPr lang="en-US" sz="1600" dirty="0">
              <a:solidFill>
                <a:schemeClr val="tx1">
                  <a:lumMod val="50000"/>
                </a:schemeClr>
              </a:solidFill>
            </a:endParaRPr>
          </a:p>
          <a:p>
            <a:pPr marL="285750" indent="-285750">
              <a:buFont typeface="Arial" panose="020B0604020202020204" pitchFamily="34" charset="0"/>
              <a:buChar char="•"/>
            </a:pPr>
            <a:r>
              <a:rPr lang="en-US" sz="1600" b="1" dirty="0">
                <a:solidFill>
                  <a:schemeClr val="tx1">
                    <a:lumMod val="50000"/>
                  </a:schemeClr>
                </a:solidFill>
              </a:rPr>
              <a:t>Ride Booking </a:t>
            </a:r>
            <a:r>
              <a:rPr lang="en-US" sz="1600" dirty="0">
                <a:solidFill>
                  <a:schemeClr val="tx1">
                    <a:lumMod val="50000"/>
                  </a:schemeClr>
                </a:solidFill>
              </a:rPr>
              <a:t>– Option to request a ride with a security escort.</a:t>
            </a:r>
            <a:endParaRPr lang="en-US" sz="1600" dirty="0">
              <a:solidFill>
                <a:schemeClr val="tx1">
                  <a:lumMod val="50000"/>
                </a:schemeClr>
              </a:solidFill>
            </a:endParaRPr>
          </a:p>
          <a:p>
            <a:pPr marL="285750" indent="-285750">
              <a:buFont typeface="Arial" panose="020B0604020202020204" pitchFamily="34" charset="0"/>
              <a:buChar char="•"/>
            </a:pPr>
            <a:endParaRPr lang="en-US" sz="1600" dirty="0">
              <a:solidFill>
                <a:schemeClr val="tx1">
                  <a:lumMod val="50000"/>
                </a:schemeClr>
              </a:solidFill>
            </a:endParaRPr>
          </a:p>
          <a:p>
            <a:pPr marL="285750" indent="-285750">
              <a:buFont typeface="Arial" panose="020B0604020202020204" pitchFamily="34" charset="0"/>
              <a:buChar char="•"/>
            </a:pPr>
            <a:r>
              <a:rPr lang="en-US" sz="1600" b="1" dirty="0">
                <a:solidFill>
                  <a:schemeClr val="tx1">
                    <a:lumMod val="50000"/>
                  </a:schemeClr>
                </a:solidFill>
              </a:rPr>
              <a:t>Real-Time Tracking </a:t>
            </a:r>
            <a:r>
              <a:rPr lang="en-US" sz="1600" dirty="0">
                <a:solidFill>
                  <a:schemeClr val="tx1">
                    <a:lumMod val="50000"/>
                  </a:schemeClr>
                </a:solidFill>
              </a:rPr>
              <a:t>– Monitor trip progress &amp; share ride status with trusted contacts.</a:t>
            </a:r>
            <a:endParaRPr lang="en-US" sz="1600" dirty="0">
              <a:solidFill>
                <a:schemeClr val="tx1">
                  <a:lumMod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3475439" y="91439"/>
            <a:ext cx="4963321" cy="1320743"/>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3600" b="1" strike="noStrike" spc="-1" dirty="0">
                <a:solidFill>
                  <a:srgbClr val="002060"/>
                </a:solidFill>
                <a:latin typeface="Outfit"/>
                <a:ea typeface="Outfit"/>
              </a:rPr>
              <a:t>TECHNOLOGY STACK</a:t>
            </a:r>
            <a:br>
              <a:rPr lang="en-GB" sz="3600" b="1" strike="noStrike" spc="-1" dirty="0">
                <a:solidFill>
                  <a:schemeClr val="dk1"/>
                </a:solidFill>
                <a:latin typeface="Outfit"/>
                <a:ea typeface="Outfit"/>
              </a:rPr>
            </a:br>
            <a:endParaRPr lang="fr-FR" sz="3600" b="0" strike="noStrike" spc="-1" dirty="0">
              <a:solidFill>
                <a:schemeClr val="dk1"/>
              </a:solidFill>
              <a:latin typeface="Arial" panose="020B0604020202020204"/>
            </a:endParaRPr>
          </a:p>
        </p:txBody>
      </p:sp>
      <p:sp>
        <p:nvSpPr>
          <p:cNvPr id="364" name="PlaceHolder 2"/>
          <p:cNvSpPr>
            <a:spLocks noGrp="1"/>
          </p:cNvSpPr>
          <p:nvPr>
            <p:ph type="subTitle"/>
          </p:nvPr>
        </p:nvSpPr>
        <p:spPr>
          <a:xfrm>
            <a:off x="3206520" y="1205345"/>
            <a:ext cx="5232240" cy="3320575"/>
          </a:xfrm>
          <a:prstGeom prst="rect">
            <a:avLst/>
          </a:prstGeom>
          <a:noFill/>
          <a:ln w="0">
            <a:noFill/>
          </a:ln>
        </p:spPr>
        <p:txBody>
          <a:bodyPr lIns="91440" tIns="91440" rIns="91440" bIns="91440" anchor="t">
            <a:normAutofit fontScale="85668"/>
          </a:bodyPr>
          <a:lstStyle/>
          <a:p>
            <a:pPr indent="0">
              <a:lnSpc>
                <a:spcPct val="100000"/>
              </a:lnSpc>
              <a:buNone/>
              <a:tabLst>
                <a:tab pos="0" algn="l"/>
              </a:tabLst>
            </a:pPr>
            <a:r>
              <a:rPr lang="en-US" sz="1700" b="0" strike="noStrike" spc="-1" dirty="0">
                <a:solidFill>
                  <a:schemeClr val="tx1">
                    <a:lumMod val="50000"/>
                  </a:schemeClr>
                </a:solidFill>
                <a:latin typeface="OpenSymbol"/>
              </a:rPr>
              <a:t>BACKEND: Django (Python) – Secure, scalable, and efficient .</a:t>
            </a:r>
            <a:endParaRPr lang="en-US" sz="1700" b="0" strike="noStrike" spc="-1" dirty="0">
              <a:solidFill>
                <a:schemeClr val="tx1">
                  <a:lumMod val="50000"/>
                </a:schemeClr>
              </a:solidFill>
              <a:latin typeface="OpenSymbol"/>
            </a:endParaRPr>
          </a:p>
          <a:p>
            <a:pPr indent="0">
              <a:lnSpc>
                <a:spcPct val="100000"/>
              </a:lnSpc>
              <a:buNone/>
              <a:tabLst>
                <a:tab pos="0" algn="l"/>
              </a:tabLst>
            </a:pPr>
            <a:r>
              <a:rPr lang="en-US" sz="1700" b="0" strike="noStrike" spc="-1" dirty="0">
                <a:solidFill>
                  <a:schemeClr val="tx1">
                    <a:lumMod val="50000"/>
                  </a:schemeClr>
                </a:solidFill>
                <a:latin typeface="OpenSymbol"/>
              </a:rPr>
              <a:t>Frontend: React (JavaScript) – Smooth, interactive user experience .</a:t>
            </a:r>
            <a:endParaRPr lang="en-US" sz="1700" b="0" strike="noStrike" spc="-1" dirty="0">
              <a:solidFill>
                <a:schemeClr val="tx1">
                  <a:lumMod val="50000"/>
                </a:schemeClr>
              </a:solidFill>
              <a:latin typeface="OpenSymbol"/>
            </a:endParaRPr>
          </a:p>
          <a:p>
            <a:pPr indent="0">
              <a:lnSpc>
                <a:spcPct val="100000"/>
              </a:lnSpc>
              <a:buNone/>
              <a:tabLst>
                <a:tab pos="0" algn="l"/>
              </a:tabLst>
            </a:pPr>
            <a:r>
              <a:rPr lang="en-US" sz="1700" b="0" strike="noStrike" spc="-1" dirty="0">
                <a:solidFill>
                  <a:schemeClr val="tx1">
                    <a:lumMod val="50000"/>
                  </a:schemeClr>
                </a:solidFill>
                <a:latin typeface="OpenSymbol"/>
              </a:rPr>
              <a:t>Database: PostgreSQL/MySQL – Secure data storage for rides &amp; user profiles .</a:t>
            </a:r>
            <a:endParaRPr lang="en-US" sz="1700" b="0" strike="noStrike" spc="-1" dirty="0">
              <a:solidFill>
                <a:schemeClr val="tx1">
                  <a:lumMod val="50000"/>
                </a:schemeClr>
              </a:solidFill>
              <a:latin typeface="OpenSymbol"/>
            </a:endParaRPr>
          </a:p>
          <a:p>
            <a:pPr indent="0">
              <a:lnSpc>
                <a:spcPct val="100000"/>
              </a:lnSpc>
              <a:buNone/>
              <a:tabLst>
                <a:tab pos="0" algn="l"/>
              </a:tabLst>
            </a:pPr>
            <a:r>
              <a:rPr lang="en-US" sz="1700" b="0" strike="noStrike" spc="-1" dirty="0">
                <a:solidFill>
                  <a:schemeClr val="tx1">
                    <a:lumMod val="50000"/>
                  </a:schemeClr>
                </a:solidFill>
                <a:latin typeface="OpenSymbol"/>
              </a:rPr>
              <a:t> Real-Time Tracking: Google Maps API for live monitoring .</a:t>
            </a:r>
            <a:endParaRPr lang="en-US" sz="1700" b="0" strike="noStrike" spc="-1" dirty="0">
              <a:solidFill>
                <a:schemeClr val="tx1">
                  <a:lumMod val="50000"/>
                </a:schemeClr>
              </a:solidFill>
              <a:latin typeface="OpenSymbol"/>
            </a:endParaRPr>
          </a:p>
          <a:p>
            <a:pPr indent="0">
              <a:lnSpc>
                <a:spcPct val="100000"/>
              </a:lnSpc>
              <a:buNone/>
              <a:tabLst>
                <a:tab pos="0" algn="l"/>
              </a:tabLst>
            </a:pPr>
            <a:r>
              <a:rPr lang="en-US" sz="1700" b="0" strike="noStrike" spc="-1" dirty="0">
                <a:solidFill>
                  <a:schemeClr val="tx1">
                    <a:lumMod val="50000"/>
                  </a:schemeClr>
                </a:solidFill>
                <a:latin typeface="OpenSymbol"/>
              </a:rPr>
              <a:t>Security Measures: End-to-end encryption, multi-factor authentication, AI-driven security .</a:t>
            </a:r>
            <a:endParaRPr lang="en-US" sz="1700" b="0" strike="noStrike" spc="-1" dirty="0">
              <a:solidFill>
                <a:schemeClr val="tx1">
                  <a:lumMod val="50000"/>
                </a:schemeClr>
              </a:solidFill>
              <a:latin typeface="OpenSymbol"/>
            </a:endParaRPr>
          </a:p>
          <a:p>
            <a:pPr indent="0">
              <a:lnSpc>
                <a:spcPct val="100000"/>
              </a:lnSpc>
              <a:buNone/>
              <a:tabLst>
                <a:tab pos="0" algn="l"/>
              </a:tabLst>
            </a:pPr>
            <a:r>
              <a:rPr lang="en-US" sz="1700" b="0" strike="noStrike" spc="-1" dirty="0">
                <a:solidFill>
                  <a:schemeClr val="tx1">
                    <a:lumMod val="50000"/>
                  </a:schemeClr>
                </a:solidFill>
                <a:latin typeface="OpenSymbol"/>
              </a:rPr>
              <a:t>Cloud Hosting: AWS/GCP for scalability and high availability.</a:t>
            </a:r>
            <a:endParaRPr lang="en-US" sz="1700" b="0" strike="noStrike" spc="-1" dirty="0">
              <a:solidFill>
                <a:schemeClr val="tx1">
                  <a:lumMod val="50000"/>
                </a:schemeClr>
              </a:solidFill>
              <a:latin typeface="OpenSymbol"/>
            </a:endParaRPr>
          </a:p>
          <a:p>
            <a:pPr indent="0">
              <a:lnSpc>
                <a:spcPct val="100000"/>
              </a:lnSpc>
              <a:buNone/>
              <a:tabLst>
                <a:tab pos="0" algn="l"/>
              </a:tabLst>
            </a:pPr>
            <a:r>
              <a:rPr lang="en-US" sz="1400" b="0" strike="noStrike" spc="-1" dirty="0">
                <a:solidFill>
                  <a:schemeClr val="tx1">
                    <a:lumMod val="50000"/>
                  </a:schemeClr>
                </a:solidFill>
                <a:latin typeface="OpenSymbol"/>
              </a:rPr>
              <a:t> </a:t>
            </a:r>
            <a:endParaRPr lang="en-US" sz="1400" b="0" strike="noStrike" spc="-1" dirty="0">
              <a:solidFill>
                <a:schemeClr val="tx1">
                  <a:lumMod val="50000"/>
                </a:schemeClr>
              </a:solidFill>
              <a:latin typeface="OpenSymbol"/>
            </a:endParaRPr>
          </a:p>
        </p:txBody>
      </p:sp>
      <p:grpSp>
        <p:nvGrpSpPr>
          <p:cNvPr id="365" name="Google Shape;406;p39"/>
          <p:cNvGrpSpPr/>
          <p:nvPr/>
        </p:nvGrpSpPr>
        <p:grpSpPr>
          <a:xfrm>
            <a:off x="-541800" y="-622440"/>
            <a:ext cx="4135320" cy="6091200"/>
            <a:chOff x="-541800" y="-622440"/>
            <a:chExt cx="4135320" cy="6091200"/>
          </a:xfrm>
        </p:grpSpPr>
        <p:sp>
          <p:nvSpPr>
            <p:cNvPr id="366" name="Google Shape;407;p39"/>
            <p:cNvSpPr/>
            <p:nvPr/>
          </p:nvSpPr>
          <p:spPr>
            <a:xfrm rot="10800000">
              <a:off x="84600" y="4042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7" name="Google Shape;408;p39"/>
            <p:cNvSpPr/>
            <p:nvPr/>
          </p:nvSpPr>
          <p:spPr>
            <a:xfrm rot="10800000">
              <a:off x="993960" y="4575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8" name="Google Shape;409;p39"/>
            <p:cNvSpPr/>
            <p:nvPr/>
          </p:nvSpPr>
          <p:spPr>
            <a:xfrm rot="10800000">
              <a:off x="204084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69" name="Google Shape;410;p39"/>
            <p:cNvSpPr/>
            <p:nvPr/>
          </p:nvSpPr>
          <p:spPr>
            <a:xfrm rot="10800000">
              <a:off x="-54180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0" name="Google Shape;411;p39"/>
            <p:cNvSpPr/>
            <p:nvPr/>
          </p:nvSpPr>
          <p:spPr>
            <a:xfrm flipH="1">
              <a:off x="992880" y="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1" name="Google Shape;412;p39"/>
            <p:cNvSpPr/>
            <p:nvPr/>
          </p:nvSpPr>
          <p:spPr>
            <a:xfrm flipH="1">
              <a:off x="712440" y="227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2" name="Google Shape;413;p39"/>
            <p:cNvSpPr/>
            <p:nvPr/>
          </p:nvSpPr>
          <p:spPr>
            <a:xfrm flipH="1">
              <a:off x="420840" y="1778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3" name="Google Shape;414;p39"/>
            <p:cNvSpPr/>
            <p:nvPr/>
          </p:nvSpPr>
          <p:spPr>
            <a:xfrm flipH="1">
              <a:off x="1611000" y="1474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4" name="Google Shape;415;p39"/>
            <p:cNvSpPr/>
            <p:nvPr/>
          </p:nvSpPr>
          <p:spPr>
            <a:xfrm flipH="1">
              <a:off x="2597040" y="-622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5" name="Google Shape;416;p39"/>
            <p:cNvSpPr/>
            <p:nvPr/>
          </p:nvSpPr>
          <p:spPr>
            <a:xfrm flipH="1">
              <a:off x="1259280" y="26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6" name="Google Shape;417;p39"/>
            <p:cNvSpPr/>
            <p:nvPr/>
          </p:nvSpPr>
          <p:spPr>
            <a:xfrm flipH="1">
              <a:off x="2180160" y="-138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7" name="Google Shape;418;p39"/>
            <p:cNvSpPr/>
            <p:nvPr/>
          </p:nvSpPr>
          <p:spPr>
            <a:xfrm rot="10800000">
              <a:off x="1759320" y="40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8" name="Google Shape;419;p39"/>
            <p:cNvSpPr/>
            <p:nvPr/>
          </p:nvSpPr>
          <p:spPr>
            <a:xfrm rot="10800000">
              <a:off x="2368080" y="2651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79" name="Google Shape;420;p39"/>
            <p:cNvSpPr/>
            <p:nvPr/>
          </p:nvSpPr>
          <p:spPr>
            <a:xfrm rot="10800000">
              <a:off x="503640" y="3558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0" name="Google Shape;421;p39"/>
            <p:cNvSpPr/>
            <p:nvPr/>
          </p:nvSpPr>
          <p:spPr>
            <a:xfrm rot="10800000">
              <a:off x="1759320" y="450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1" name="Google Shape;422;p39"/>
            <p:cNvSpPr/>
            <p:nvPr/>
          </p:nvSpPr>
          <p:spPr>
            <a:xfrm flipH="1">
              <a:off x="-126360" y="53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82" name="Google Shape;423;p39"/>
            <p:cNvSpPr/>
            <p:nvPr/>
          </p:nvSpPr>
          <p:spPr>
            <a:xfrm flipH="1">
              <a:off x="2754720" y="3194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7" name="PlaceHolder 1"/>
          <p:cNvSpPr>
            <a:spLocks noGrp="1"/>
          </p:cNvSpPr>
          <p:nvPr>
            <p:ph type="title"/>
          </p:nvPr>
        </p:nvSpPr>
        <p:spPr>
          <a:xfrm>
            <a:off x="3435480" y="174567"/>
            <a:ext cx="5003280" cy="1030419"/>
          </a:xfrm>
          <a:prstGeom prst="rect">
            <a:avLst/>
          </a:prstGeom>
          <a:noFill/>
          <a:ln w="0">
            <a:noFill/>
          </a:ln>
        </p:spPr>
        <p:txBody>
          <a:bodyPr lIns="91440" tIns="91440" rIns="91440" bIns="91440" anchor="b">
            <a:normAutofit fontScale="90000"/>
          </a:bodyPr>
          <a:lstStyle/>
          <a:p>
            <a:pPr indent="0">
              <a:lnSpc>
                <a:spcPct val="100000"/>
              </a:lnSpc>
              <a:buNone/>
              <a:tabLst>
                <a:tab pos="0" algn="l"/>
              </a:tabLst>
            </a:pPr>
            <a:r>
              <a:rPr lang="en-GB" sz="3200" b="1" strike="noStrike" spc="-1" dirty="0">
                <a:solidFill>
                  <a:srgbClr val="002060"/>
                </a:solidFill>
                <a:latin typeface="Outfit"/>
                <a:ea typeface="Outfit"/>
              </a:rPr>
              <a:t>MARKET IMPACT AND BENEFITS</a:t>
            </a:r>
            <a:endParaRPr lang="fr-FR" sz="3200" b="0" strike="noStrike" spc="-1" dirty="0">
              <a:solidFill>
                <a:srgbClr val="002060"/>
              </a:solidFill>
              <a:latin typeface="Arial" panose="020B0604020202020204"/>
            </a:endParaRPr>
          </a:p>
        </p:txBody>
      </p:sp>
      <p:sp>
        <p:nvSpPr>
          <p:cNvPr id="388" name="PlaceHolder 2"/>
          <p:cNvSpPr>
            <a:spLocks noGrp="1"/>
          </p:cNvSpPr>
          <p:nvPr>
            <p:ph type="subTitle"/>
          </p:nvPr>
        </p:nvSpPr>
        <p:spPr>
          <a:xfrm>
            <a:off x="3309119" y="1425241"/>
            <a:ext cx="5129641" cy="2737079"/>
          </a:xfrm>
          <a:prstGeom prst="rect">
            <a:avLst/>
          </a:prstGeom>
          <a:noFill/>
          <a:ln w="0">
            <a:noFill/>
          </a:ln>
        </p:spPr>
        <p:txBody>
          <a:bodyPr lIns="91440" tIns="91440" rIns="91440" bIns="91440" anchor="t">
            <a:noAutofit/>
          </a:bodyPr>
          <a:lstStyle/>
          <a:p>
            <a:pPr indent="0">
              <a:lnSpc>
                <a:spcPct val="100000"/>
              </a:lnSpc>
              <a:buNone/>
              <a:tabLst>
                <a:tab pos="0" algn="l"/>
              </a:tabLst>
            </a:pPr>
            <a:r>
              <a:rPr lang="en-US" sz="1700" b="0" strike="noStrike" spc="-1" dirty="0">
                <a:solidFill>
                  <a:schemeClr val="tx1">
                    <a:lumMod val="50000"/>
                  </a:schemeClr>
                </a:solidFill>
                <a:latin typeface="OpenSymbol"/>
              </a:rPr>
              <a:t>Reduces incidents of theft, harassment, and driver misconduct .</a:t>
            </a:r>
            <a:endParaRPr lang="en-US" sz="1700" b="0" strike="noStrike" spc="-1" dirty="0">
              <a:solidFill>
                <a:schemeClr val="tx1">
                  <a:lumMod val="50000"/>
                </a:schemeClr>
              </a:solidFill>
              <a:latin typeface="OpenSymbol"/>
            </a:endParaRPr>
          </a:p>
          <a:p>
            <a:pPr indent="0">
              <a:lnSpc>
                <a:spcPct val="100000"/>
              </a:lnSpc>
              <a:buNone/>
              <a:tabLst>
                <a:tab pos="0" algn="l"/>
              </a:tabLst>
            </a:pPr>
            <a:r>
              <a:rPr lang="en-US" sz="1700" b="0" strike="noStrike" spc="-1" dirty="0">
                <a:solidFill>
                  <a:schemeClr val="tx1">
                    <a:lumMod val="50000"/>
                  </a:schemeClr>
                </a:solidFill>
                <a:latin typeface="OpenSymbol"/>
              </a:rPr>
              <a:t>Boosts confidence for high-risk individuals like executives &amp; tourists .</a:t>
            </a:r>
            <a:endParaRPr lang="en-US" sz="1700" b="0" strike="noStrike" spc="-1" dirty="0">
              <a:solidFill>
                <a:schemeClr val="tx1">
                  <a:lumMod val="50000"/>
                </a:schemeClr>
              </a:solidFill>
              <a:latin typeface="OpenSymbol"/>
            </a:endParaRPr>
          </a:p>
          <a:p>
            <a:pPr indent="0">
              <a:lnSpc>
                <a:spcPct val="100000"/>
              </a:lnSpc>
              <a:buNone/>
              <a:tabLst>
                <a:tab pos="0" algn="l"/>
              </a:tabLst>
            </a:pPr>
            <a:r>
              <a:rPr lang="en-US" sz="1700" b="0" strike="noStrike" spc="-1" dirty="0">
                <a:solidFill>
                  <a:schemeClr val="tx1">
                    <a:lumMod val="50000"/>
                  </a:schemeClr>
                </a:solidFill>
                <a:latin typeface="OpenSymbol"/>
              </a:rPr>
              <a:t>Improves regulatory compliance via partnerships with law enforcement .</a:t>
            </a:r>
            <a:endParaRPr lang="en-US" sz="1700" b="0" strike="noStrike" spc="-1" dirty="0">
              <a:solidFill>
                <a:schemeClr val="tx1">
                  <a:lumMod val="50000"/>
                </a:schemeClr>
              </a:solidFill>
              <a:latin typeface="OpenSymbol"/>
            </a:endParaRPr>
          </a:p>
          <a:p>
            <a:pPr indent="0">
              <a:lnSpc>
                <a:spcPct val="100000"/>
              </a:lnSpc>
              <a:buNone/>
              <a:tabLst>
                <a:tab pos="0" algn="l"/>
              </a:tabLst>
            </a:pPr>
            <a:r>
              <a:rPr lang="en-US" sz="1700" b="0" strike="noStrike" spc="-1" dirty="0">
                <a:solidFill>
                  <a:schemeClr val="tx1">
                    <a:lumMod val="50000"/>
                  </a:schemeClr>
                </a:solidFill>
                <a:latin typeface="OpenSymbol"/>
              </a:rPr>
              <a:t>Creates new job opportunities for security personnel &amp; professional drivers .</a:t>
            </a:r>
            <a:endParaRPr lang="en-US" sz="1700" b="0" strike="noStrike" spc="-1" dirty="0">
              <a:solidFill>
                <a:schemeClr val="tx1">
                  <a:lumMod val="50000"/>
                </a:schemeClr>
              </a:solidFill>
              <a:latin typeface="OpenSymbol"/>
            </a:endParaRPr>
          </a:p>
        </p:txBody>
      </p:sp>
      <p:grpSp>
        <p:nvGrpSpPr>
          <p:cNvPr id="389" name="Google Shape;406;p39"/>
          <p:cNvGrpSpPr/>
          <p:nvPr/>
        </p:nvGrpSpPr>
        <p:grpSpPr>
          <a:xfrm>
            <a:off x="-541800" y="-622440"/>
            <a:ext cx="4135320" cy="6091200"/>
            <a:chOff x="-541800" y="-622440"/>
            <a:chExt cx="4135320" cy="6091200"/>
          </a:xfrm>
        </p:grpSpPr>
        <p:sp>
          <p:nvSpPr>
            <p:cNvPr id="390" name="Google Shape;407;p39"/>
            <p:cNvSpPr/>
            <p:nvPr/>
          </p:nvSpPr>
          <p:spPr>
            <a:xfrm rot="10800000">
              <a:off x="84600" y="4042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1" name="Google Shape;408;p39"/>
            <p:cNvSpPr/>
            <p:nvPr/>
          </p:nvSpPr>
          <p:spPr>
            <a:xfrm rot="10800000">
              <a:off x="993960" y="4575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2" name="Google Shape;409;p39"/>
            <p:cNvSpPr/>
            <p:nvPr/>
          </p:nvSpPr>
          <p:spPr>
            <a:xfrm rot="10800000">
              <a:off x="204084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3" name="Google Shape;410;p39"/>
            <p:cNvSpPr/>
            <p:nvPr/>
          </p:nvSpPr>
          <p:spPr>
            <a:xfrm rot="10800000">
              <a:off x="-541800" y="9626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4" name="Google Shape;411;p39"/>
            <p:cNvSpPr/>
            <p:nvPr/>
          </p:nvSpPr>
          <p:spPr>
            <a:xfrm flipH="1">
              <a:off x="992880" y="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5" name="Google Shape;412;p39"/>
            <p:cNvSpPr/>
            <p:nvPr/>
          </p:nvSpPr>
          <p:spPr>
            <a:xfrm flipH="1">
              <a:off x="712440" y="22752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dk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6" name="Google Shape;413;p39"/>
            <p:cNvSpPr/>
            <p:nvPr/>
          </p:nvSpPr>
          <p:spPr>
            <a:xfrm flipH="1">
              <a:off x="420840" y="177876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7" name="Google Shape;414;p39"/>
            <p:cNvSpPr/>
            <p:nvPr/>
          </p:nvSpPr>
          <p:spPr>
            <a:xfrm flipH="1">
              <a:off x="1611000" y="147492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8" name="Google Shape;415;p39"/>
            <p:cNvSpPr/>
            <p:nvPr/>
          </p:nvSpPr>
          <p:spPr>
            <a:xfrm flipH="1">
              <a:off x="2597040" y="-6224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399" name="Google Shape;416;p39"/>
            <p:cNvSpPr/>
            <p:nvPr/>
          </p:nvSpPr>
          <p:spPr>
            <a:xfrm flipH="1">
              <a:off x="1259280" y="265140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0" name="Google Shape;417;p39"/>
            <p:cNvSpPr/>
            <p:nvPr/>
          </p:nvSpPr>
          <p:spPr>
            <a:xfrm flipH="1">
              <a:off x="2180160" y="-1382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1" name="Google Shape;418;p39"/>
            <p:cNvSpPr/>
            <p:nvPr/>
          </p:nvSpPr>
          <p:spPr>
            <a:xfrm rot="10800000">
              <a:off x="1759320" y="40456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lt2"/>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2" name="Google Shape;419;p39"/>
            <p:cNvSpPr/>
            <p:nvPr/>
          </p:nvSpPr>
          <p:spPr>
            <a:xfrm rot="10800000">
              <a:off x="2368080" y="265176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chemeClr val="accent1"/>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3" name="Google Shape;420;p39"/>
            <p:cNvSpPr/>
            <p:nvPr/>
          </p:nvSpPr>
          <p:spPr>
            <a:xfrm rot="10800000">
              <a:off x="503640" y="355824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4" name="Google Shape;421;p39"/>
            <p:cNvSpPr/>
            <p:nvPr/>
          </p:nvSpPr>
          <p:spPr>
            <a:xfrm rot="10800000">
              <a:off x="1759320" y="4501080"/>
              <a:ext cx="838440" cy="967680"/>
            </a:xfrm>
            <a:custGeom>
              <a:avLst/>
              <a:gdLst>
                <a:gd name="textAreaLeft" fmla="*/ 0 w 838440"/>
                <a:gd name="textAreaRight" fmla="*/ 83880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AFC7FF">
                <a:alpha val="25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5" name="Google Shape;422;p39"/>
            <p:cNvSpPr/>
            <p:nvPr/>
          </p:nvSpPr>
          <p:spPr>
            <a:xfrm flipH="1">
              <a:off x="-126360" y="539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9FCBFD">
                <a:alpha val="41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sp>
          <p:nvSpPr>
            <p:cNvPr id="406" name="Google Shape;423;p39"/>
            <p:cNvSpPr/>
            <p:nvPr/>
          </p:nvSpPr>
          <p:spPr>
            <a:xfrm flipH="1">
              <a:off x="2754720" y="3194640"/>
              <a:ext cx="838440" cy="967680"/>
            </a:xfrm>
            <a:custGeom>
              <a:avLst/>
              <a:gdLst>
                <a:gd name="textAreaLeft" fmla="*/ -360 w 838440"/>
                <a:gd name="textAreaRight" fmla="*/ 838440 w 838440"/>
                <a:gd name="textAreaTop" fmla="*/ 0 h 967680"/>
                <a:gd name="textAreaBottom" fmla="*/ 968040 h 967680"/>
              </a:gdLst>
              <a:ahLst/>
              <a:cxnLst/>
              <a:rect l="textAreaLeft" t="textAreaTop" r="textAreaRight" b="textAreaBottom"/>
              <a:pathLst>
                <a:path w="181539" h="209550">
                  <a:moveTo>
                    <a:pt x="90694" y="0"/>
                  </a:moveTo>
                  <a:lnTo>
                    <a:pt x="0" y="52388"/>
                  </a:lnTo>
                  <a:lnTo>
                    <a:pt x="0" y="157163"/>
                  </a:lnTo>
                  <a:lnTo>
                    <a:pt x="90694" y="209550"/>
                  </a:lnTo>
                  <a:lnTo>
                    <a:pt x="181539" y="157163"/>
                  </a:lnTo>
                  <a:lnTo>
                    <a:pt x="181539" y="52388"/>
                  </a:lnTo>
                  <a:lnTo>
                    <a:pt x="90694" y="0"/>
                  </a:lnTo>
                  <a:close/>
                </a:path>
              </a:pathLst>
            </a:custGeom>
            <a:solidFill>
              <a:srgbClr val="68DAF8">
                <a:alpha val="34000"/>
              </a:srgbClr>
            </a:solidFill>
            <a:ln w="19050">
              <a:solidFill>
                <a:srgbClr val="FFFFFF"/>
              </a:solidFill>
              <a:round/>
            </a:ln>
          </p:spPr>
          <p:style>
            <a:lnRef idx="0">
              <a:scrgbClr r="0" g="0" b="0"/>
            </a:lnRef>
            <a:fillRef idx="0">
              <a:scrgbClr r="0" g="0" b="0"/>
            </a:fillRef>
            <a:effectRef idx="0">
              <a:scrgbClr r="0" g="0" b="0"/>
            </a:effectRef>
            <a:fontRef idx="minor"/>
          </p:style>
          <p:txBody>
            <a:bodyPr tIns="91440" bIns="91440" anchor="ctr">
              <a:noAutofit/>
            </a:bodyPr>
            <a:lstStyle/>
            <a:p>
              <a:pPr defTabSz="914400">
                <a:lnSpc>
                  <a:spcPct val="100000"/>
                </a:lnSpc>
                <a:tabLst>
                  <a:tab pos="0" algn="l"/>
                </a:tabLst>
              </a:pPr>
              <a:endParaRPr lang="en-US" sz="1800" b="0" strike="noStrike" spc="-1">
                <a:solidFill>
                  <a:srgbClr val="000000"/>
                </a:solidFill>
                <a:latin typeface="OpenSymbo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Google Shape;664;p50"/>
          <p:cNvSpPr/>
          <p:nvPr/>
        </p:nvSpPr>
        <p:spPr>
          <a:xfrm>
            <a:off x="5122080" y="1060200"/>
            <a:ext cx="3108960" cy="3108960"/>
          </a:xfrm>
          <a:prstGeom prst="ellipse">
            <a:avLst/>
          </a:prstGeom>
          <a:blipFill rotWithShape="0">
            <a:blip r:embed="rId1"/>
            <a:srcRect/>
            <a:stretch>
              <a:fill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OpenSymbol"/>
            </a:endParaRPr>
          </a:p>
        </p:txBody>
      </p:sp>
      <p:sp>
        <p:nvSpPr>
          <p:cNvPr id="409" name="PlaceHolder 1"/>
          <p:cNvSpPr>
            <a:spLocks noGrp="1"/>
          </p:cNvSpPr>
          <p:nvPr>
            <p:ph type="title"/>
          </p:nvPr>
        </p:nvSpPr>
        <p:spPr>
          <a:xfrm>
            <a:off x="723960" y="174568"/>
            <a:ext cx="3781080" cy="1005840"/>
          </a:xfrm>
          <a:prstGeom prst="rect">
            <a:avLst/>
          </a:prstGeom>
          <a:noFill/>
          <a:ln w="0">
            <a:noFill/>
          </a:ln>
        </p:spPr>
        <p:txBody>
          <a:bodyPr lIns="91440" tIns="91440" rIns="91440" bIns="91440" anchor="b">
            <a:normAutofit/>
          </a:bodyPr>
          <a:lstStyle/>
          <a:p>
            <a:pPr indent="0">
              <a:lnSpc>
                <a:spcPct val="100000"/>
              </a:lnSpc>
              <a:buNone/>
              <a:tabLst>
                <a:tab pos="0" algn="l"/>
              </a:tabLst>
            </a:pPr>
            <a:r>
              <a:rPr lang="en-GB" sz="3500" b="1" strike="noStrike" spc="-1" dirty="0">
                <a:solidFill>
                  <a:srgbClr val="002060"/>
                </a:solidFill>
                <a:latin typeface="Outfit"/>
                <a:ea typeface="Outfit"/>
              </a:rPr>
              <a:t>Conclusions</a:t>
            </a:r>
            <a:endParaRPr lang="fr-FR" sz="3500" b="0" strike="noStrike" spc="-1" dirty="0">
              <a:solidFill>
                <a:srgbClr val="002060"/>
              </a:solidFill>
              <a:latin typeface="Arial" panose="020B0604020202020204"/>
            </a:endParaRPr>
          </a:p>
        </p:txBody>
      </p:sp>
      <p:sp>
        <p:nvSpPr>
          <p:cNvPr id="410" name="PlaceHolder 2"/>
          <p:cNvSpPr>
            <a:spLocks noGrp="1"/>
          </p:cNvSpPr>
          <p:nvPr>
            <p:ph type="subTitle"/>
          </p:nvPr>
        </p:nvSpPr>
        <p:spPr>
          <a:xfrm>
            <a:off x="141316" y="1379913"/>
            <a:ext cx="4771506" cy="2892829"/>
          </a:xfrm>
          <a:prstGeom prst="rect">
            <a:avLst/>
          </a:prstGeom>
          <a:noFill/>
          <a:ln w="0">
            <a:noFill/>
          </a:ln>
        </p:spPr>
        <p:txBody>
          <a:bodyPr lIns="91440" tIns="91440" rIns="91440" bIns="91440" anchor="t">
            <a:normAutofit fontScale="99628"/>
          </a:bodyPr>
          <a:lstStyle/>
          <a:p>
            <a:pPr indent="0">
              <a:lnSpc>
                <a:spcPct val="100000"/>
              </a:lnSpc>
              <a:buNone/>
              <a:tabLst>
                <a:tab pos="0" algn="l"/>
              </a:tabLst>
            </a:pPr>
            <a:r>
              <a:rPr lang="en-GB" sz="1800" b="0" strike="noStrike" spc="-1" dirty="0">
                <a:solidFill>
                  <a:schemeClr val="tx1">
                    <a:lumMod val="50000"/>
                  </a:schemeClr>
                </a:solidFill>
                <a:latin typeface="DM Sans"/>
                <a:ea typeface="DM Sans"/>
              </a:rPr>
              <a:t>Royal SafeTravel is a pioneering ride-hailing service that prioritizes the safety and security of its users through innovative features like professional security escorts, real-time tracking, and advanced technology</a:t>
            </a:r>
            <a:r>
              <a:rPr lang="en-GB" sz="1800" b="0" strike="noStrike" spc="-1" dirty="0">
                <a:solidFill>
                  <a:schemeClr val="dk1"/>
                </a:solidFill>
                <a:latin typeface="DM Sans"/>
                <a:ea typeface="DM Sans"/>
              </a:rPr>
              <a:t>.</a:t>
            </a:r>
            <a:endParaRPr lang="en-US" sz="1800" b="0" strike="noStrike" spc="-1" dirty="0">
              <a:solidFill>
                <a:srgbClr val="000000"/>
              </a:solidFill>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29294" y="1604356"/>
            <a:ext cx="5885411" cy="1107996"/>
          </a:xfrm>
          <a:prstGeom prst="rect">
            <a:avLst/>
          </a:prstGeom>
          <a:noFill/>
        </p:spPr>
        <p:txBody>
          <a:bodyPr wrap="square" rtlCol="0">
            <a:spAutoFit/>
          </a:bodyPr>
          <a:lstStyle/>
          <a:p>
            <a:r>
              <a:rPr lang="en-US" sz="6600" b="1" dirty="0">
                <a:solidFill>
                  <a:srgbClr val="002060"/>
                </a:solidFill>
              </a:rPr>
              <a:t>THANK YOU !</a:t>
            </a:r>
            <a:endParaRPr lang="en-US" sz="6600" b="1" dirty="0">
              <a:solidFill>
                <a:srgbClr val="002060"/>
              </a:solidFill>
            </a:endParaRPr>
          </a:p>
        </p:txBody>
      </p:sp>
    </p:spTree>
  </p:cSld>
  <p:clrMapOvr>
    <a:masterClrMapping/>
  </p:clrMapOvr>
</p:sld>
</file>

<file path=ppt/theme/theme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Data Collection and Analysis - Master of Science in Community Health and Prevention Research by Slidesgo">
  <a:themeElements>
    <a:clrScheme name="Simple Light">
      <a:dk1>
        <a:srgbClr val="384655"/>
      </a:dk1>
      <a:lt1>
        <a:srgbClr val="FFFFFF"/>
      </a:lt1>
      <a:dk2>
        <a:srgbClr val="AFC7FF"/>
      </a:dk2>
      <a:lt2>
        <a:srgbClr val="9FCBFD"/>
      </a:lt2>
      <a:accent1>
        <a:srgbClr val="68DAF8"/>
      </a:accent1>
      <a:accent2>
        <a:srgbClr val="FFFFFF"/>
      </a:accent2>
      <a:accent3>
        <a:srgbClr val="FFFFFF"/>
      </a:accent3>
      <a:accent4>
        <a:srgbClr val="FFFFFF"/>
      </a:accent4>
      <a:accent5>
        <a:srgbClr val="FFFFFF"/>
      </a:accent5>
      <a:accent6>
        <a:srgbClr val="FFFFFF"/>
      </a:accent6>
      <a:hlink>
        <a:srgbClr val="384655"/>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na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3128</Words>
  <Application>WPS Presentation</Application>
  <PresentationFormat>On-screen Show (16:9)</PresentationFormat>
  <Paragraphs>68</Paragraphs>
  <Slides>11</Slides>
  <Notes>0</Notes>
  <HiddenSlides>0</HiddenSlides>
  <MMClips>0</MMClips>
  <ScaleCrop>false</ScaleCrop>
  <HeadingPairs>
    <vt:vector size="6" baseType="variant">
      <vt:variant>
        <vt:lpstr>已用的字体</vt:lpstr>
      </vt:variant>
      <vt:variant>
        <vt:i4>12</vt:i4>
      </vt:variant>
      <vt:variant>
        <vt:lpstr>主题</vt:lpstr>
      </vt:variant>
      <vt:variant>
        <vt:i4>32</vt:i4>
      </vt:variant>
      <vt:variant>
        <vt:lpstr>幻灯片标题</vt:lpstr>
      </vt:variant>
      <vt:variant>
        <vt:i4>11</vt:i4>
      </vt:variant>
    </vt:vector>
  </HeadingPairs>
  <TitlesOfParts>
    <vt:vector size="55" baseType="lpstr">
      <vt:lpstr>Arial</vt:lpstr>
      <vt:lpstr>SimSun</vt:lpstr>
      <vt:lpstr>Wingdings</vt:lpstr>
      <vt:lpstr>Arial</vt:lpstr>
      <vt:lpstr>Symbol</vt:lpstr>
      <vt:lpstr>OpenSymbol</vt:lpstr>
      <vt:lpstr>Outfit</vt:lpstr>
      <vt:lpstr>Segoe Print</vt:lpstr>
      <vt:lpstr>DM Sans</vt:lpstr>
      <vt:lpstr>Microsoft YaHei</vt:lpstr>
      <vt:lpstr>Arial Unicode MS</vt:lpstr>
      <vt:lpstr>Calibri</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Data Collection and Analysis - Master of Science in Community Health and Prevention Research by Slidesgo</vt:lpstr>
      <vt:lpstr>Slidesgo Final Pages</vt:lpstr>
      <vt:lpstr>Slidesgo Final Pages</vt:lpstr>
      <vt:lpstr>Royal SafeTravel</vt:lpstr>
      <vt:lpstr>Introduction</vt:lpstr>
      <vt:lpstr>SECURITY CONCERNS IN RIDE HAILING</vt:lpstr>
      <vt:lpstr> OBJECTIVES  1.Develop a secure and reliable ride-hailing platform</vt:lpstr>
      <vt:lpstr>2.Integrate optional security escort service</vt:lpstr>
      <vt:lpstr>3.Utilize modern web technologies for tracking</vt:lpstr>
      <vt:lpstr>Key Features</vt:lpstr>
      <vt:lpstr>TECHNOLOGY STACK </vt:lpstr>
      <vt:lpstr>MARKET IMPACT AND BENEFITS</vt:lpstr>
      <vt:lpstr>Conclusions</vt:lpstr>
      <vt:lpstr>PowerPoint 演示文稿</vt:lpstr>
    </vt:vector>
  </TitlesOfParts>
  <Company>Microsoft Corporation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Farid Awdhat</cp:lastModifiedBy>
  <cp:revision>9</cp:revision>
  <dcterms:created xsi:type="dcterms:W3CDTF">2025-03-11T11:30:35Z</dcterms:created>
  <dcterms:modified xsi:type="dcterms:W3CDTF">2025-03-11T11:31:52Z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y fmtid="{D5CDD505-2E9C-101B-9397-08002B2CF9AE}" pid="3" name="ICV">
    <vt:lpwstr>2E1F98D3203340CE8D8606082A1A43BF_12</vt:lpwstr>
  </property>
  <property fmtid="{D5CDD505-2E9C-101B-9397-08002B2CF9AE}" pid="4" name="KSOProductBuildVer">
    <vt:lpwstr>2057-12.2.0.19821</vt:lpwstr>
  </property>
</Properties>
</file>